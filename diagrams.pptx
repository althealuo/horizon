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2" r:id="rId4"/>
    <p:sldId id="258" r:id="rId5"/>
    <p:sldId id="259" r:id="rId6"/>
    <p:sldId id="260" r:id="rId7"/>
    <p:sldId id="261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BCA7"/>
    <a:srgbClr val="FFD3C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342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47DD5D-B0E4-128D-DFE8-86772D4108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676BE9F-EE72-CC18-09D3-50016407CC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170C91-B511-D5AB-7961-61DBF76CF1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E81274-8733-4E52-A051-43C63AD3EC38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6702AA-9A15-AE0C-75E6-09A4F430C9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4A0C54-3321-DA07-A91F-C20A927DB7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85150F-B7C8-445B-BF32-6CB7541399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64941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BB2F9E-B540-8510-104A-2331B16E3C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3E2709-C851-385F-450D-0EE17B3ECB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CE40C7-59B6-CB10-45CA-B544A72BF4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E81274-8733-4E52-A051-43C63AD3EC38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F6BC5C-5F3A-4D17-A5EF-3E35699404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81126C-5D51-AE11-27C8-B5DEF2232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85150F-B7C8-445B-BF32-6CB7541399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43682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844ECC-BA81-A28F-CC94-5FEA9756F5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98FAF3-5D8E-8FEF-883B-DE86ADC5AE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68FA97-45BD-433D-837D-ADAD98EB87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E81274-8733-4E52-A051-43C63AD3EC38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E49617-89E2-5653-DEDA-593CDD381E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9D68F8-3B75-C683-57E2-07D2C580E6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85150F-B7C8-445B-BF32-6CB7541399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44720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344607-B510-3E02-61DC-A803F3A3A3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319AC5-01C7-3045-16C7-21BAA9838CD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D5CDCB-D276-BE9E-F6E1-3A7DB96524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6387A4-6F31-35A0-F75D-04B86C78CF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E81274-8733-4E52-A051-43C63AD3EC38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57B94C-21DC-221D-8ABA-938BBD3B41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E021D5-8684-5D27-8EF2-9327E282A6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85150F-B7C8-445B-BF32-6CB7541399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74387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5D5ADC-7987-F3F2-7380-F7B3C3FF23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5695B2-8D24-1A4B-3909-00D74D5EFB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509042-CBB6-FECC-54E8-FADD8538CE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EC7B4FD-CC3D-00ED-C5CA-5DD3600658E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054D53D-2086-F47A-3669-43BC9524D8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653BC9-DB21-6AEB-CBD1-5129B4E4A6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E81274-8733-4E52-A051-43C63AD3EC38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1FBB81A-C0F3-5F12-B674-136858380E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FA0B408-3607-2D61-077F-FDEE0CDED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85150F-B7C8-445B-BF32-6CB7541399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1288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AFE8D9-89B2-74C6-6532-B1FC3E10BB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4027EA-BD12-B72E-2A41-001296E960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E81274-8733-4E52-A051-43C63AD3EC38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36AF5AD-3321-AA50-5F1D-26A77922E9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23758FF-36F9-E4D1-9C60-E6F688D0B1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85150F-B7C8-445B-BF32-6CB7541399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88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44BB0EA-3EC8-8080-4A73-2E31D2E87D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E81274-8733-4E52-A051-43C63AD3EC38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B8B7B80-CE99-0A67-0AE6-F34430EB6D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84CA02-8728-16C5-3744-B71499CC3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85150F-B7C8-445B-BF32-6CB7541399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0711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0B2CFC-61FA-44DC-91F7-1356678D67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F9604F-DBE6-3CF3-A6C6-4286011BC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A9C402-2FE4-29A5-C26F-19C8167AFF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B7D8EF-1C7F-2F3B-F1DE-E1FED42488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E81274-8733-4E52-A051-43C63AD3EC38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FAB2F3-AA6B-3332-C10D-7401205DF6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F4EB25-4620-789F-5BCF-13514C09BC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85150F-B7C8-445B-BF32-6CB7541399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05975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431ED-433F-D9C3-7764-F0E04F206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E966CED-DA1C-9C9F-4A86-2324EAB1DD9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A333E5-0380-77C4-2EA0-BAA1C3CF58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DC5615-3875-296B-1CD1-6A7F535797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E81274-8733-4E52-A051-43C63AD3EC38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1F3FE5-1D73-7D4F-1558-8EF01F78A4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DC32FB-249B-7AF2-1173-09C220D23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85150F-B7C8-445B-BF32-6CB7541399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437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6D53C5-CA7B-B56D-2623-919A17ADD5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663B89-99FC-D199-F7CB-6B0E0DA912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372C35-0D67-F006-C495-4BD3D84556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E81274-8733-4E52-A051-43C63AD3EC38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7E3B21-B356-6738-5254-BADD6231D7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5D7992-0C27-5676-F891-3A1D59CF0D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85150F-B7C8-445B-BF32-6CB7541399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87475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7F96F3F-37DC-DF3E-4E0B-88BF3AE64BD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2AE6DC-3477-AA00-04DD-209C7E2FFA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53D445-DFBF-0A7D-A982-D9D0099EDF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E81274-8733-4E52-A051-43C63AD3EC38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1491FA-4D56-BDD1-F4E6-1F10A73559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B7B16B-1C87-C43E-B12A-15FCBE86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85150F-B7C8-445B-BF32-6CB7541399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83141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32F1B58-C243-9810-3AC3-8F9C7C32F0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870E4E-7852-5AFC-B0EB-9B5D95D97C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373025-525A-97FD-5B9F-54C74939BD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3E81274-8733-4E52-A051-43C63AD3EC38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A6690C-2EC3-2C05-EE05-3D24B69F45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F6B0B1-AC63-E846-AC57-427B60A705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85150F-B7C8-445B-BF32-6CB7541399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64439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13" Type="http://schemas.openxmlformats.org/officeDocument/2006/relationships/image" Target="../media/image28.png"/><Relationship Id="rId18" Type="http://schemas.openxmlformats.org/officeDocument/2006/relationships/image" Target="../media/image3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12" Type="http://schemas.openxmlformats.org/officeDocument/2006/relationships/image" Target="../media/image27.png"/><Relationship Id="rId17" Type="http://schemas.openxmlformats.org/officeDocument/2006/relationships/image" Target="../media/image32.png"/><Relationship Id="rId2" Type="http://schemas.openxmlformats.org/officeDocument/2006/relationships/image" Target="../media/image17.png"/><Relationship Id="rId16" Type="http://schemas.openxmlformats.org/officeDocument/2006/relationships/image" Target="../media/image31.png"/><Relationship Id="rId20" Type="http://schemas.openxmlformats.org/officeDocument/2006/relationships/image" Target="../media/image3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11" Type="http://schemas.openxmlformats.org/officeDocument/2006/relationships/image" Target="../media/image26.png"/><Relationship Id="rId5" Type="http://schemas.openxmlformats.org/officeDocument/2006/relationships/image" Target="../media/image20.png"/><Relationship Id="rId15" Type="http://schemas.openxmlformats.org/officeDocument/2006/relationships/image" Target="../media/image30.png"/><Relationship Id="rId10" Type="http://schemas.openxmlformats.org/officeDocument/2006/relationships/image" Target="../media/image25.png"/><Relationship Id="rId19" Type="http://schemas.openxmlformats.org/officeDocument/2006/relationships/image" Target="../media/image34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Relationship Id="rId14" Type="http://schemas.openxmlformats.org/officeDocument/2006/relationships/image" Target="../media/image2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13" Type="http://schemas.openxmlformats.org/officeDocument/2006/relationships/image" Target="../media/image47.png"/><Relationship Id="rId18" Type="http://schemas.openxmlformats.org/officeDocument/2006/relationships/image" Target="../media/image52.png"/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12" Type="http://schemas.openxmlformats.org/officeDocument/2006/relationships/image" Target="../media/image46.png"/><Relationship Id="rId17" Type="http://schemas.openxmlformats.org/officeDocument/2006/relationships/image" Target="../media/image51.png"/><Relationship Id="rId2" Type="http://schemas.openxmlformats.org/officeDocument/2006/relationships/image" Target="../media/image36.png"/><Relationship Id="rId16" Type="http://schemas.openxmlformats.org/officeDocument/2006/relationships/image" Target="../media/image50.png"/><Relationship Id="rId20" Type="http://schemas.openxmlformats.org/officeDocument/2006/relationships/image" Target="../media/image5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0.png"/><Relationship Id="rId11" Type="http://schemas.openxmlformats.org/officeDocument/2006/relationships/image" Target="../media/image45.png"/><Relationship Id="rId5" Type="http://schemas.openxmlformats.org/officeDocument/2006/relationships/image" Target="../media/image39.png"/><Relationship Id="rId15" Type="http://schemas.openxmlformats.org/officeDocument/2006/relationships/image" Target="../media/image49.png"/><Relationship Id="rId10" Type="http://schemas.openxmlformats.org/officeDocument/2006/relationships/image" Target="../media/image44.png"/><Relationship Id="rId19" Type="http://schemas.openxmlformats.org/officeDocument/2006/relationships/image" Target="../media/image53.png"/><Relationship Id="rId4" Type="http://schemas.openxmlformats.org/officeDocument/2006/relationships/image" Target="../media/image38.png"/><Relationship Id="rId9" Type="http://schemas.openxmlformats.org/officeDocument/2006/relationships/image" Target="../media/image43.png"/><Relationship Id="rId14" Type="http://schemas.openxmlformats.org/officeDocument/2006/relationships/image" Target="../media/image4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4" name="Group 63">
            <a:extLst>
              <a:ext uri="{FF2B5EF4-FFF2-40B4-BE49-F238E27FC236}">
                <a16:creationId xmlns:a16="http://schemas.microsoft.com/office/drawing/2014/main" id="{21533839-4D2E-326D-3FAF-F8F050C20233}"/>
              </a:ext>
            </a:extLst>
          </p:cNvPr>
          <p:cNvGrpSpPr/>
          <p:nvPr/>
        </p:nvGrpSpPr>
        <p:grpSpPr>
          <a:xfrm>
            <a:off x="1549813" y="1114197"/>
            <a:ext cx="7322397" cy="3220988"/>
            <a:chOff x="1549813" y="1114197"/>
            <a:chExt cx="7322397" cy="3220988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53315BBC-6ADC-AD4F-5407-12857D223771}"/>
                    </a:ext>
                  </a:extLst>
                </p:cNvPr>
                <p:cNvSpPr txBox="1"/>
                <p:nvPr/>
              </p:nvSpPr>
              <p:spPr>
                <a:xfrm>
                  <a:off x="1609694" y="4012020"/>
                  <a:ext cx="664606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:r>
                    <a:rPr lang="en-US" b="0" dirty="0"/>
                    <a:t>(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a14:m>
                  <a:r>
                    <a:rPr lang="en-US" b="0" dirty="0"/>
                    <a:t>)</a:t>
                  </a:r>
                </a:p>
              </p:txBody>
            </p:sp>
          </mc:Choice>
          <mc:Fallback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53315BBC-6ADC-AD4F-5407-12857D22377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09694" y="4012020"/>
                  <a:ext cx="664606" cy="276999"/>
                </a:xfrm>
                <a:prstGeom prst="rect">
                  <a:avLst/>
                </a:prstGeom>
                <a:blipFill>
                  <a:blip r:embed="rId2"/>
                  <a:stretch>
                    <a:fillRect l="-21101" t="-26087" r="-21101" b="-5217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AA5B9266-6F4E-11C5-F4AE-59B74B27E448}"/>
                </a:ext>
              </a:extLst>
            </p:cNvPr>
            <p:cNvSpPr/>
            <p:nvPr/>
          </p:nvSpPr>
          <p:spPr>
            <a:xfrm>
              <a:off x="1549813" y="2564606"/>
              <a:ext cx="784369" cy="437734"/>
            </a:xfrm>
            <a:prstGeom prst="rect">
              <a:avLst/>
            </a:prstGeom>
            <a:solidFill>
              <a:srgbClr val="FFBCA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04FE56FD-2316-E288-0D4D-3384EB748B90}"/>
                </a:ext>
              </a:extLst>
            </p:cNvPr>
            <p:cNvSpPr txBox="1"/>
            <p:nvPr/>
          </p:nvSpPr>
          <p:spPr>
            <a:xfrm>
              <a:off x="1651269" y="2604529"/>
              <a:ext cx="59824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RNN</a:t>
              </a:r>
            </a:p>
          </p:txBody>
        </p:sp>
        <p:sp>
          <p:nvSpPr>
            <p:cNvPr id="12" name="Arc 11">
              <a:extLst>
                <a:ext uri="{FF2B5EF4-FFF2-40B4-BE49-F238E27FC236}">
                  <a16:creationId xmlns:a16="http://schemas.microsoft.com/office/drawing/2014/main" id="{73BF7FAD-560A-1761-CF06-A025D660412A}"/>
                </a:ext>
              </a:extLst>
            </p:cNvPr>
            <p:cNvSpPr/>
            <p:nvPr/>
          </p:nvSpPr>
          <p:spPr>
            <a:xfrm rot="16200000">
              <a:off x="2230217" y="2368670"/>
              <a:ext cx="284383" cy="284383"/>
            </a:xfrm>
            <a:prstGeom prst="arc">
              <a:avLst>
                <a:gd name="adj1" fmla="val 16200000"/>
                <a:gd name="adj2" fmla="val 10816574"/>
              </a:avLst>
            </a:prstGeom>
            <a:noFill/>
            <a:ln>
              <a:solidFill>
                <a:schemeClr val="bg1">
                  <a:lumMod val="75000"/>
                </a:schemeClr>
              </a:solidFill>
              <a:head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9109F188-74FA-1AEE-78D1-93C28BE8FB8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41997" y="1535418"/>
              <a:ext cx="0" cy="924889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EC4B2DEC-026F-DDB9-D8AF-FE243C561044}"/>
                </a:ext>
              </a:extLst>
            </p:cNvPr>
            <p:cNvCxnSpPr>
              <a:cxnSpLocks/>
            </p:cNvCxnSpPr>
            <p:nvPr/>
          </p:nvCxnSpPr>
          <p:spPr>
            <a:xfrm>
              <a:off x="2467862" y="2782223"/>
              <a:ext cx="966083" cy="0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033F831F-0DBD-73D4-169B-63B06B42F314}"/>
                    </a:ext>
                  </a:extLst>
                </p:cNvPr>
                <p:cNvSpPr txBox="1"/>
                <p:nvPr/>
              </p:nvSpPr>
              <p:spPr>
                <a:xfrm>
                  <a:off x="1851844" y="1114197"/>
                  <a:ext cx="180306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en-US" b="0" dirty="0"/>
                </a:p>
              </p:txBody>
            </p:sp>
          </mc:Choice>
          <mc:Fallback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033F831F-0DBD-73D4-169B-63B06B42F31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51844" y="1114197"/>
                  <a:ext cx="180306" cy="276999"/>
                </a:xfrm>
                <a:prstGeom prst="rect">
                  <a:avLst/>
                </a:prstGeom>
                <a:blipFill>
                  <a:blip r:embed="rId3"/>
                  <a:stretch>
                    <a:fillRect l="-34483" r="-34483" b="-2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4BAFE213-E81B-49E9-D679-47907E38A3BD}"/>
                    </a:ext>
                  </a:extLst>
                </p:cNvPr>
                <p:cNvSpPr txBox="1"/>
                <p:nvPr/>
              </p:nvSpPr>
              <p:spPr>
                <a:xfrm>
                  <a:off x="2802819" y="2460307"/>
                  <a:ext cx="296171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oMath>
                    </m:oMathPara>
                  </a14:m>
                  <a:endParaRPr lang="en-US" b="0" dirty="0"/>
                </a:p>
              </p:txBody>
            </p:sp>
          </mc:Choice>
          <mc:Fallback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4BAFE213-E81B-49E9-D679-47907E38A3B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02819" y="2460307"/>
                  <a:ext cx="296171" cy="276999"/>
                </a:xfrm>
                <a:prstGeom prst="rect">
                  <a:avLst/>
                </a:prstGeom>
                <a:blipFill>
                  <a:blip r:embed="rId4"/>
                  <a:stretch>
                    <a:fillRect l="-20833" r="-4167" b="-1111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4F3E986B-99F0-D527-4ED5-12BC95C90756}"/>
                    </a:ext>
                  </a:extLst>
                </p:cNvPr>
                <p:cNvSpPr txBox="1"/>
                <p:nvPr/>
              </p:nvSpPr>
              <p:spPr>
                <a:xfrm>
                  <a:off x="2136780" y="2102049"/>
                  <a:ext cx="492121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tanh</m:t>
                        </m:r>
                      </m:oMath>
                    </m:oMathPara>
                  </a14:m>
                  <a:endParaRPr lang="en-US" b="0" dirty="0"/>
                </a:p>
              </p:txBody>
            </p:sp>
          </mc:Choice>
          <mc:Fallback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4F3E986B-99F0-D527-4ED5-12BC95C9075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36780" y="2102049"/>
                  <a:ext cx="492121" cy="276999"/>
                </a:xfrm>
                <a:prstGeom prst="rect">
                  <a:avLst/>
                </a:prstGeom>
                <a:blipFill>
                  <a:blip r:embed="rId5"/>
                  <a:stretch>
                    <a:fillRect l="-12500" r="-13750" b="-888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386F2C59-3428-42E4-BE8C-016A2576498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22164" y="3112427"/>
              <a:ext cx="0" cy="809491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BA1EF3AD-8163-F201-F5A0-7BDDDCC91BED}"/>
                </a:ext>
              </a:extLst>
            </p:cNvPr>
            <p:cNvSpPr txBox="1"/>
            <p:nvPr/>
          </p:nvSpPr>
          <p:spPr>
            <a:xfrm>
              <a:off x="2991812" y="3965853"/>
              <a:ext cx="157876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Static inputs</a:t>
              </a:r>
            </a:p>
          </p:txBody>
        </p:sp>
        <p:cxnSp>
          <p:nvCxnSpPr>
            <p:cNvPr id="51" name="Straight Arrow Connector 50">
              <a:extLst>
                <a:ext uri="{FF2B5EF4-FFF2-40B4-BE49-F238E27FC236}">
                  <a16:creationId xmlns:a16="http://schemas.microsoft.com/office/drawing/2014/main" id="{642944E0-45D8-C30B-944E-313CB7A6DEC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798630" y="3068492"/>
              <a:ext cx="0" cy="809491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0F2B6E88-11E7-CE39-5710-22BE69528395}"/>
                </a:ext>
              </a:extLst>
            </p:cNvPr>
            <p:cNvSpPr txBox="1"/>
            <p:nvPr/>
          </p:nvSpPr>
          <p:spPr>
            <a:xfrm>
              <a:off x="4277687" y="2286357"/>
              <a:ext cx="160729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 err="1">
                  <a:solidFill>
                    <a:schemeClr val="bg1">
                      <a:lumMod val="65000"/>
                    </a:schemeClr>
                  </a:solidFill>
                </a:rPr>
                <a:t>ReLU</a:t>
              </a:r>
              <a:endParaRPr lang="en-US" sz="1200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1C41B1CD-B23D-C1CC-45DD-AB3564B0F558}"/>
                </a:ext>
              </a:extLst>
            </p:cNvPr>
            <p:cNvSpPr/>
            <p:nvPr/>
          </p:nvSpPr>
          <p:spPr>
            <a:xfrm>
              <a:off x="4671720" y="2563356"/>
              <a:ext cx="784369" cy="437734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ED1D1AFE-D99E-DAC8-C388-5821D59EBC47}"/>
                </a:ext>
              </a:extLst>
            </p:cNvPr>
            <p:cNvSpPr txBox="1"/>
            <p:nvPr/>
          </p:nvSpPr>
          <p:spPr>
            <a:xfrm>
              <a:off x="4809980" y="2633277"/>
              <a:ext cx="54271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/>
                <a:t>FC1</a:t>
              </a:r>
            </a:p>
          </p:txBody>
        </p:sp>
        <p:cxnSp>
          <p:nvCxnSpPr>
            <p:cNvPr id="55" name="Straight Arrow Connector 54">
              <a:extLst>
                <a:ext uri="{FF2B5EF4-FFF2-40B4-BE49-F238E27FC236}">
                  <a16:creationId xmlns:a16="http://schemas.microsoft.com/office/drawing/2014/main" id="{9FF99D12-F785-C44B-4C4A-CB471D201439}"/>
                </a:ext>
              </a:extLst>
            </p:cNvPr>
            <p:cNvCxnSpPr>
              <a:cxnSpLocks/>
            </p:cNvCxnSpPr>
            <p:nvPr/>
          </p:nvCxnSpPr>
          <p:spPr>
            <a:xfrm>
              <a:off x="5620987" y="2782223"/>
              <a:ext cx="426968" cy="0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4626EBE7-F7EA-6C29-CB28-32A54863386E}"/>
                </a:ext>
              </a:extLst>
            </p:cNvPr>
            <p:cNvSpPr/>
            <p:nvPr/>
          </p:nvSpPr>
          <p:spPr>
            <a:xfrm>
              <a:off x="6172026" y="2564606"/>
              <a:ext cx="784369" cy="437734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E059DCA8-C717-E4C7-CCD7-19152F85F52F}"/>
                </a:ext>
              </a:extLst>
            </p:cNvPr>
            <p:cNvSpPr txBox="1"/>
            <p:nvPr/>
          </p:nvSpPr>
          <p:spPr>
            <a:xfrm>
              <a:off x="6310286" y="2634527"/>
              <a:ext cx="54271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/>
                <a:t>FC2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19FC5A83-905B-C482-E5AC-DCF809A07313}"/>
                </a:ext>
              </a:extLst>
            </p:cNvPr>
            <p:cNvSpPr txBox="1"/>
            <p:nvPr/>
          </p:nvSpPr>
          <p:spPr>
            <a:xfrm>
              <a:off x="6047956" y="2281579"/>
              <a:ext cx="101572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bg1">
                      <a:lumMod val="65000"/>
                    </a:schemeClr>
                  </a:solidFill>
                </a:rPr>
                <a:t>Output layer</a:t>
              </a:r>
            </a:p>
          </p:txBody>
        </p:sp>
        <p:cxnSp>
          <p:nvCxnSpPr>
            <p:cNvPr id="59" name="Straight Arrow Connector 58">
              <a:extLst>
                <a:ext uri="{FF2B5EF4-FFF2-40B4-BE49-F238E27FC236}">
                  <a16:creationId xmlns:a16="http://schemas.microsoft.com/office/drawing/2014/main" id="{6441A604-0862-A1CC-A075-6882BDAAD1B6}"/>
                </a:ext>
              </a:extLst>
            </p:cNvPr>
            <p:cNvCxnSpPr>
              <a:cxnSpLocks/>
            </p:cNvCxnSpPr>
            <p:nvPr/>
          </p:nvCxnSpPr>
          <p:spPr>
            <a:xfrm>
              <a:off x="7006765" y="2782223"/>
              <a:ext cx="444166" cy="0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2925685C-0BC2-82D0-36C4-E98F69B9369B}"/>
                </a:ext>
              </a:extLst>
            </p:cNvPr>
            <p:cNvSpPr txBox="1"/>
            <p:nvPr/>
          </p:nvSpPr>
          <p:spPr>
            <a:xfrm>
              <a:off x="7293441" y="2593134"/>
              <a:ext cx="157876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Prediction</a:t>
              </a:r>
            </a:p>
          </p:txBody>
        </p:sp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3325357C-1667-93E5-2BEB-F5E4C57C855D}"/>
                </a:ext>
              </a:extLst>
            </p:cNvPr>
            <p:cNvSpPr/>
            <p:nvPr/>
          </p:nvSpPr>
          <p:spPr>
            <a:xfrm>
              <a:off x="3582746" y="2600108"/>
              <a:ext cx="421481" cy="421481"/>
            </a:xfrm>
            <a:prstGeom prst="ellipse">
              <a:avLst/>
            </a:prstGeom>
            <a:noFill/>
            <a:ln>
              <a:solidFill>
                <a:schemeClr val="tx2">
                  <a:lumMod val="25000"/>
                  <a:lumOff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75D8EA92-9895-F4DD-C3BF-AEB3F487A5E0}"/>
                </a:ext>
              </a:extLst>
            </p:cNvPr>
            <p:cNvSpPr txBox="1"/>
            <p:nvPr/>
          </p:nvSpPr>
          <p:spPr>
            <a:xfrm>
              <a:off x="3661100" y="2552416"/>
              <a:ext cx="27372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dirty="0">
                  <a:solidFill>
                    <a:schemeClr val="tx2">
                      <a:lumMod val="25000"/>
                      <a:lumOff val="75000"/>
                    </a:schemeClr>
                  </a:solidFill>
                </a:rPr>
                <a:t>+</a:t>
              </a:r>
            </a:p>
          </p:txBody>
        </p:sp>
        <p:cxnSp>
          <p:nvCxnSpPr>
            <p:cNvPr id="63" name="Straight Arrow Connector 62">
              <a:extLst>
                <a:ext uri="{FF2B5EF4-FFF2-40B4-BE49-F238E27FC236}">
                  <a16:creationId xmlns:a16="http://schemas.microsoft.com/office/drawing/2014/main" id="{0E389AAB-D9B9-FF69-5B29-CF11D4C0548A}"/>
                </a:ext>
              </a:extLst>
            </p:cNvPr>
            <p:cNvCxnSpPr>
              <a:cxnSpLocks/>
            </p:cNvCxnSpPr>
            <p:nvPr/>
          </p:nvCxnSpPr>
          <p:spPr>
            <a:xfrm>
              <a:off x="4130325" y="2802554"/>
              <a:ext cx="440256" cy="0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3457077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roup 74">
            <a:extLst>
              <a:ext uri="{FF2B5EF4-FFF2-40B4-BE49-F238E27FC236}">
                <a16:creationId xmlns:a16="http://schemas.microsoft.com/office/drawing/2014/main" id="{704975F0-4DC6-49B6-7400-EF956F79EE36}"/>
              </a:ext>
            </a:extLst>
          </p:cNvPr>
          <p:cNvGrpSpPr/>
          <p:nvPr/>
        </p:nvGrpSpPr>
        <p:grpSpPr>
          <a:xfrm>
            <a:off x="868266" y="921316"/>
            <a:ext cx="8003944" cy="4815603"/>
            <a:chOff x="868266" y="921316"/>
            <a:chExt cx="8003944" cy="4815603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111246BD-407F-466D-CE6D-576A8AFCD924}"/>
                    </a:ext>
                  </a:extLst>
                </p:cNvPr>
                <p:cNvSpPr txBox="1"/>
                <p:nvPr/>
              </p:nvSpPr>
              <p:spPr>
                <a:xfrm>
                  <a:off x="1233462" y="5459920"/>
                  <a:ext cx="664606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:r>
                    <a:rPr lang="en-US" b="0" dirty="0"/>
                    <a:t>(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a14:m>
                  <a:r>
                    <a:rPr lang="en-US" b="0" dirty="0"/>
                    <a:t>)</a:t>
                  </a:r>
                </a:p>
              </p:txBody>
            </p:sp>
          </mc:Choice>
          <mc:Fallback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111246BD-407F-466D-CE6D-576A8AFCD92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33462" y="5459920"/>
                  <a:ext cx="664606" cy="276999"/>
                </a:xfrm>
                <a:prstGeom prst="rect">
                  <a:avLst/>
                </a:prstGeom>
                <a:blipFill>
                  <a:blip r:embed="rId2"/>
                  <a:stretch>
                    <a:fillRect l="-21101" t="-26667" r="-21101" b="-53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71A6F44E-99A8-333A-FE62-AB0F589717D6}"/>
                </a:ext>
              </a:extLst>
            </p:cNvPr>
            <p:cNvSpPr/>
            <p:nvPr/>
          </p:nvSpPr>
          <p:spPr>
            <a:xfrm>
              <a:off x="868266" y="2368279"/>
              <a:ext cx="1412252" cy="809491"/>
            </a:xfrm>
            <a:prstGeom prst="rect">
              <a:avLst/>
            </a:prstGeom>
            <a:solidFill>
              <a:srgbClr val="FFBCA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8CA12A1C-B6D2-A5CA-C7DF-901C4FD47C62}"/>
                </a:ext>
              </a:extLst>
            </p:cNvPr>
            <p:cNvSpPr txBox="1"/>
            <p:nvPr/>
          </p:nvSpPr>
          <p:spPr>
            <a:xfrm>
              <a:off x="962024" y="2492513"/>
              <a:ext cx="1293623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/>
                <a:t>Transformer </a:t>
              </a:r>
            </a:p>
            <a:p>
              <a:pPr algn="ctr"/>
              <a:r>
                <a:rPr lang="en-US" sz="1600" dirty="0"/>
                <a:t>Encoder</a:t>
              </a:r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03A838A8-FC20-F27E-770D-806F45AAF75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585598" y="1342537"/>
              <a:ext cx="0" cy="924889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7F7D4CDF-9558-79BF-A670-7C94733C9355}"/>
                </a:ext>
              </a:extLst>
            </p:cNvPr>
            <p:cNvCxnSpPr>
              <a:cxnSpLocks/>
            </p:cNvCxnSpPr>
            <p:nvPr/>
          </p:nvCxnSpPr>
          <p:spPr>
            <a:xfrm>
              <a:off x="2500458" y="2783473"/>
              <a:ext cx="987514" cy="0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49EDA4C8-2FE2-B721-99C5-6EB2F34DE8EE}"/>
                    </a:ext>
                  </a:extLst>
                </p:cNvPr>
                <p:cNvSpPr txBox="1"/>
                <p:nvPr/>
              </p:nvSpPr>
              <p:spPr>
                <a:xfrm>
                  <a:off x="1495445" y="921316"/>
                  <a:ext cx="180306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en-US" b="0" dirty="0"/>
                </a:p>
              </p:txBody>
            </p:sp>
          </mc:Choice>
          <mc:Fallback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49EDA4C8-2FE2-B721-99C5-6EB2F34DE8E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95445" y="921316"/>
                  <a:ext cx="180306" cy="276999"/>
                </a:xfrm>
                <a:prstGeom prst="rect">
                  <a:avLst/>
                </a:prstGeom>
                <a:blipFill>
                  <a:blip r:embed="rId3"/>
                  <a:stretch>
                    <a:fillRect l="-33333" r="-30000" b="-2391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DCC6B69B-CB53-AC46-DFE7-C591F037BB5F}"/>
                    </a:ext>
                  </a:extLst>
                </p:cNvPr>
                <p:cNvSpPr txBox="1"/>
                <p:nvPr/>
              </p:nvSpPr>
              <p:spPr>
                <a:xfrm>
                  <a:off x="2802819" y="2460307"/>
                  <a:ext cx="296171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oMath>
                    </m:oMathPara>
                  </a14:m>
                  <a:endParaRPr lang="en-US" b="0" dirty="0"/>
                </a:p>
              </p:txBody>
            </p:sp>
          </mc:Choice>
          <mc:Fallback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DCC6B69B-CB53-AC46-DFE7-C591F037BB5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02819" y="2460307"/>
                  <a:ext cx="296171" cy="276999"/>
                </a:xfrm>
                <a:prstGeom prst="rect">
                  <a:avLst/>
                </a:prstGeom>
                <a:blipFill>
                  <a:blip r:embed="rId4"/>
                  <a:stretch>
                    <a:fillRect l="-20833" r="-4167" b="-1111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7238E556-092D-D0B1-428A-DF5E6E4B4CD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565765" y="3309641"/>
              <a:ext cx="0" cy="519409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455BC974-CCD8-5D2D-BF6A-18E4DBF5D92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565765" y="4753855"/>
              <a:ext cx="0" cy="519409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5E8F3E64-BA2E-A947-BE5B-A80F087FAA86}"/>
                </a:ext>
              </a:extLst>
            </p:cNvPr>
            <p:cNvSpPr/>
            <p:nvPr/>
          </p:nvSpPr>
          <p:spPr>
            <a:xfrm>
              <a:off x="880384" y="3898667"/>
              <a:ext cx="1412252" cy="809491"/>
            </a:xfrm>
            <a:prstGeom prst="rect">
              <a:avLst/>
            </a:prstGeom>
            <a:solidFill>
              <a:srgbClr val="FFBCA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CE957455-622D-C9A1-54F0-E39990173974}"/>
                </a:ext>
              </a:extLst>
            </p:cNvPr>
            <p:cNvSpPr txBox="1"/>
            <p:nvPr/>
          </p:nvSpPr>
          <p:spPr>
            <a:xfrm>
              <a:off x="1089238" y="4022901"/>
              <a:ext cx="1063432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/>
                <a:t>Positional</a:t>
              </a:r>
            </a:p>
            <a:p>
              <a:pPr algn="ctr"/>
              <a:r>
                <a:rPr lang="en-US" sz="1600" dirty="0"/>
                <a:t>Encoding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D47F51F1-A3CB-76D2-1764-28D1C9EE3E98}"/>
                </a:ext>
              </a:extLst>
            </p:cNvPr>
            <p:cNvSpPr txBox="1"/>
            <p:nvPr/>
          </p:nvSpPr>
          <p:spPr>
            <a:xfrm>
              <a:off x="2991812" y="3965853"/>
              <a:ext cx="157876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Static inputs</a:t>
              </a:r>
            </a:p>
          </p:txBody>
        </p: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AE54B450-34D6-0825-96FE-7B3DFF91EB6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798630" y="3068492"/>
              <a:ext cx="0" cy="809491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8AF3C993-1529-5B9A-8114-FEA3F7996A46}"/>
                </a:ext>
              </a:extLst>
            </p:cNvPr>
            <p:cNvSpPr txBox="1"/>
            <p:nvPr/>
          </p:nvSpPr>
          <p:spPr>
            <a:xfrm>
              <a:off x="4277687" y="2286357"/>
              <a:ext cx="160729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 err="1">
                  <a:solidFill>
                    <a:schemeClr val="bg1">
                      <a:lumMod val="65000"/>
                    </a:schemeClr>
                  </a:solidFill>
                </a:rPr>
                <a:t>ReLU</a:t>
              </a:r>
              <a:endParaRPr lang="en-US" sz="1200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69FB5DBC-7584-B0C7-CC96-629AAD458A20}"/>
                </a:ext>
              </a:extLst>
            </p:cNvPr>
            <p:cNvSpPr/>
            <p:nvPr/>
          </p:nvSpPr>
          <p:spPr>
            <a:xfrm>
              <a:off x="4671720" y="2563356"/>
              <a:ext cx="784369" cy="437734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CFBBF2E6-10CE-864C-06DB-6ED5FF24F0A5}"/>
                </a:ext>
              </a:extLst>
            </p:cNvPr>
            <p:cNvSpPr txBox="1"/>
            <p:nvPr/>
          </p:nvSpPr>
          <p:spPr>
            <a:xfrm>
              <a:off x="4809980" y="2633277"/>
              <a:ext cx="54271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/>
                <a:t>FC1</a:t>
              </a:r>
            </a:p>
          </p:txBody>
        </p: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9FB49B20-3C2A-22D7-0B16-D35D8B1ADF40}"/>
                </a:ext>
              </a:extLst>
            </p:cNvPr>
            <p:cNvCxnSpPr>
              <a:cxnSpLocks/>
            </p:cNvCxnSpPr>
            <p:nvPr/>
          </p:nvCxnSpPr>
          <p:spPr>
            <a:xfrm>
              <a:off x="5620987" y="2782223"/>
              <a:ext cx="426968" cy="0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68F406E6-B2CD-9110-7721-9A4AF281E717}"/>
                </a:ext>
              </a:extLst>
            </p:cNvPr>
            <p:cNvSpPr/>
            <p:nvPr/>
          </p:nvSpPr>
          <p:spPr>
            <a:xfrm>
              <a:off x="6172026" y="2564606"/>
              <a:ext cx="784369" cy="437734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E93316C5-5A5E-8FD1-9CD2-87132769C98F}"/>
                </a:ext>
              </a:extLst>
            </p:cNvPr>
            <p:cNvSpPr txBox="1"/>
            <p:nvPr/>
          </p:nvSpPr>
          <p:spPr>
            <a:xfrm>
              <a:off x="6310286" y="2634527"/>
              <a:ext cx="54271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/>
                <a:t>FC2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454BE8F3-5C99-C964-2828-4D42FED2B95B}"/>
                </a:ext>
              </a:extLst>
            </p:cNvPr>
            <p:cNvSpPr txBox="1"/>
            <p:nvPr/>
          </p:nvSpPr>
          <p:spPr>
            <a:xfrm>
              <a:off x="5760560" y="2274392"/>
              <a:ext cx="160729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bg1">
                      <a:lumMod val="65000"/>
                    </a:schemeClr>
                  </a:solidFill>
                </a:rPr>
                <a:t>Output layer</a:t>
              </a:r>
            </a:p>
          </p:txBody>
        </p:sp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D0BA37BB-52CB-E856-2358-BEB0EBF19098}"/>
                </a:ext>
              </a:extLst>
            </p:cNvPr>
            <p:cNvCxnSpPr>
              <a:cxnSpLocks/>
            </p:cNvCxnSpPr>
            <p:nvPr/>
          </p:nvCxnSpPr>
          <p:spPr>
            <a:xfrm>
              <a:off x="7006765" y="2782223"/>
              <a:ext cx="444166" cy="0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41B2E2E8-752A-EFEE-4140-C75795C66A71}"/>
                </a:ext>
              </a:extLst>
            </p:cNvPr>
            <p:cNvSpPr txBox="1"/>
            <p:nvPr/>
          </p:nvSpPr>
          <p:spPr>
            <a:xfrm>
              <a:off x="7293441" y="2593134"/>
              <a:ext cx="157876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Prediction</a:t>
              </a:r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05276055-5060-E2E1-D85C-4E24FE0EF7D0}"/>
                </a:ext>
              </a:extLst>
            </p:cNvPr>
            <p:cNvSpPr/>
            <p:nvPr/>
          </p:nvSpPr>
          <p:spPr>
            <a:xfrm>
              <a:off x="3582746" y="2600108"/>
              <a:ext cx="421481" cy="421481"/>
            </a:xfrm>
            <a:prstGeom prst="ellipse">
              <a:avLst/>
            </a:prstGeom>
            <a:noFill/>
            <a:ln>
              <a:solidFill>
                <a:schemeClr val="tx2">
                  <a:lumMod val="25000"/>
                  <a:lumOff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99F411C4-A0D0-778B-DB43-B9EC180B8DAF}"/>
                </a:ext>
              </a:extLst>
            </p:cNvPr>
            <p:cNvSpPr txBox="1"/>
            <p:nvPr/>
          </p:nvSpPr>
          <p:spPr>
            <a:xfrm>
              <a:off x="3661100" y="2552416"/>
              <a:ext cx="27372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dirty="0">
                  <a:solidFill>
                    <a:schemeClr val="tx2">
                      <a:lumMod val="25000"/>
                      <a:lumOff val="75000"/>
                    </a:schemeClr>
                  </a:solidFill>
                </a:rPr>
                <a:t>+</a:t>
              </a:r>
            </a:p>
          </p:txBody>
        </p:sp>
        <p:cxnSp>
          <p:nvCxnSpPr>
            <p:cNvPr id="50" name="Straight Arrow Connector 49">
              <a:extLst>
                <a:ext uri="{FF2B5EF4-FFF2-40B4-BE49-F238E27FC236}">
                  <a16:creationId xmlns:a16="http://schemas.microsoft.com/office/drawing/2014/main" id="{81D284C1-CEF1-E43A-0A22-8FE5D8AF1A51}"/>
                </a:ext>
              </a:extLst>
            </p:cNvPr>
            <p:cNvCxnSpPr>
              <a:cxnSpLocks/>
            </p:cNvCxnSpPr>
            <p:nvPr/>
          </p:nvCxnSpPr>
          <p:spPr>
            <a:xfrm>
              <a:off x="4130325" y="2802554"/>
              <a:ext cx="440256" cy="0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806905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A13780-F562-2BC6-5155-868DA13483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6B92DF3E-2459-CA77-8D88-F6ABA607EED9}"/>
              </a:ext>
            </a:extLst>
          </p:cNvPr>
          <p:cNvGrpSpPr/>
          <p:nvPr/>
        </p:nvGrpSpPr>
        <p:grpSpPr>
          <a:xfrm>
            <a:off x="868266" y="921316"/>
            <a:ext cx="8003944" cy="3413869"/>
            <a:chOff x="868266" y="921316"/>
            <a:chExt cx="8003944" cy="3413869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413F0E3B-A00D-87B4-54CC-618AE7FBDDFA}"/>
                    </a:ext>
                  </a:extLst>
                </p:cNvPr>
                <p:cNvSpPr txBox="1"/>
                <p:nvPr/>
              </p:nvSpPr>
              <p:spPr>
                <a:xfrm>
                  <a:off x="1253295" y="4030149"/>
                  <a:ext cx="664606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:r>
                    <a:rPr lang="en-US" b="0" dirty="0"/>
                    <a:t>(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a14:m>
                  <a:r>
                    <a:rPr lang="en-US" b="0" dirty="0"/>
                    <a:t>)</a:t>
                  </a:r>
                </a:p>
              </p:txBody>
            </p:sp>
          </mc:Choice>
          <mc:Fallback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413F0E3B-A00D-87B4-54CC-618AE7FBDDF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53295" y="4030149"/>
                  <a:ext cx="664606" cy="276999"/>
                </a:xfrm>
                <a:prstGeom prst="rect">
                  <a:avLst/>
                </a:prstGeom>
                <a:blipFill>
                  <a:blip r:embed="rId2"/>
                  <a:stretch>
                    <a:fillRect l="-22018" t="-26087" r="-20183" b="-5217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879E8265-D2CF-85AA-90F8-E466BB4BE395}"/>
                </a:ext>
              </a:extLst>
            </p:cNvPr>
            <p:cNvSpPr/>
            <p:nvPr/>
          </p:nvSpPr>
          <p:spPr>
            <a:xfrm>
              <a:off x="868266" y="2368279"/>
              <a:ext cx="1412252" cy="809491"/>
            </a:xfrm>
            <a:prstGeom prst="rect">
              <a:avLst/>
            </a:prstGeom>
            <a:solidFill>
              <a:srgbClr val="FFBCA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BCA7"/>
                </a:solidFill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ACF4E327-6B77-79AC-055D-E7FD7D5D51F5}"/>
                </a:ext>
              </a:extLst>
            </p:cNvPr>
            <p:cNvSpPr txBox="1"/>
            <p:nvPr/>
          </p:nvSpPr>
          <p:spPr>
            <a:xfrm>
              <a:off x="1109148" y="2492513"/>
              <a:ext cx="999376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/>
                <a:t>Self </a:t>
              </a:r>
            </a:p>
            <a:p>
              <a:pPr algn="ctr"/>
              <a:r>
                <a:rPr lang="en-US" sz="1600" dirty="0"/>
                <a:t>Attention</a:t>
              </a:r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715290EF-9E47-6DE4-B5F0-FA2D771964B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585598" y="1342537"/>
              <a:ext cx="0" cy="924889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63D28945-C43F-028E-60DF-C6BCE99167CE}"/>
                </a:ext>
              </a:extLst>
            </p:cNvPr>
            <p:cNvCxnSpPr>
              <a:cxnSpLocks/>
            </p:cNvCxnSpPr>
            <p:nvPr/>
          </p:nvCxnSpPr>
          <p:spPr>
            <a:xfrm>
              <a:off x="2500458" y="2783473"/>
              <a:ext cx="987514" cy="0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DD0E49D8-7074-FAB3-CE4F-B14C759264A7}"/>
                    </a:ext>
                  </a:extLst>
                </p:cNvPr>
                <p:cNvSpPr txBox="1"/>
                <p:nvPr/>
              </p:nvSpPr>
              <p:spPr>
                <a:xfrm>
                  <a:off x="1495445" y="921316"/>
                  <a:ext cx="180306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en-US" b="0" dirty="0"/>
                </a:p>
              </p:txBody>
            </p:sp>
          </mc:Choice>
          <mc:Fallback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DD0E49D8-7074-FAB3-CE4F-B14C759264A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95445" y="921316"/>
                  <a:ext cx="180306" cy="276999"/>
                </a:xfrm>
                <a:prstGeom prst="rect">
                  <a:avLst/>
                </a:prstGeom>
                <a:blipFill>
                  <a:blip r:embed="rId3"/>
                  <a:stretch>
                    <a:fillRect l="-33333" r="-30000" b="-2391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36226BA6-E252-CF66-A4EE-B51427498E23}"/>
                    </a:ext>
                  </a:extLst>
                </p:cNvPr>
                <p:cNvSpPr txBox="1"/>
                <p:nvPr/>
              </p:nvSpPr>
              <p:spPr>
                <a:xfrm>
                  <a:off x="2802819" y="2460307"/>
                  <a:ext cx="296171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oMath>
                    </m:oMathPara>
                  </a14:m>
                  <a:endParaRPr lang="en-US" b="0" dirty="0"/>
                </a:p>
              </p:txBody>
            </p:sp>
          </mc:Choice>
          <mc:Fallback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36226BA6-E252-CF66-A4EE-B51427498E2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02819" y="2460307"/>
                  <a:ext cx="296171" cy="276999"/>
                </a:xfrm>
                <a:prstGeom prst="rect">
                  <a:avLst/>
                </a:prstGeom>
                <a:blipFill>
                  <a:blip r:embed="rId4"/>
                  <a:stretch>
                    <a:fillRect l="-20833" r="-4167" b="-1111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2C5DF20C-E17B-1B19-2DED-D17D7E867AC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585598" y="3324084"/>
              <a:ext cx="0" cy="519409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497FD943-8A65-06F5-E819-549C12A04704}"/>
                </a:ext>
              </a:extLst>
            </p:cNvPr>
            <p:cNvSpPr txBox="1"/>
            <p:nvPr/>
          </p:nvSpPr>
          <p:spPr>
            <a:xfrm>
              <a:off x="2991812" y="3965853"/>
              <a:ext cx="157876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Static inputs</a:t>
              </a:r>
            </a:p>
          </p:txBody>
        </p: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8E14E62A-68E8-3DFC-5BB3-95EA4D2FDDB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798630" y="3068492"/>
              <a:ext cx="0" cy="809491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D4D0A1A1-9B78-2FF8-8024-4C487D80D892}"/>
                </a:ext>
              </a:extLst>
            </p:cNvPr>
            <p:cNvSpPr txBox="1"/>
            <p:nvPr/>
          </p:nvSpPr>
          <p:spPr>
            <a:xfrm>
              <a:off x="4277687" y="2286357"/>
              <a:ext cx="160729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 err="1">
                  <a:solidFill>
                    <a:schemeClr val="bg1">
                      <a:lumMod val="65000"/>
                    </a:schemeClr>
                  </a:solidFill>
                </a:rPr>
                <a:t>ReLU</a:t>
              </a:r>
              <a:endParaRPr lang="en-US" sz="1200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B595F35A-A9C3-859A-12F3-4501255FF22D}"/>
                </a:ext>
              </a:extLst>
            </p:cNvPr>
            <p:cNvSpPr/>
            <p:nvPr/>
          </p:nvSpPr>
          <p:spPr>
            <a:xfrm>
              <a:off x="4671720" y="2563356"/>
              <a:ext cx="784369" cy="437734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DC1D6BC0-F885-B0F9-D7D9-FAA3DE6EE1A5}"/>
                </a:ext>
              </a:extLst>
            </p:cNvPr>
            <p:cNvSpPr txBox="1"/>
            <p:nvPr/>
          </p:nvSpPr>
          <p:spPr>
            <a:xfrm>
              <a:off x="4809980" y="2633277"/>
              <a:ext cx="54271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/>
                <a:t>FC1</a:t>
              </a:r>
            </a:p>
          </p:txBody>
        </p: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2E955082-5F52-8631-513A-C7565E5F44C3}"/>
                </a:ext>
              </a:extLst>
            </p:cNvPr>
            <p:cNvCxnSpPr>
              <a:cxnSpLocks/>
            </p:cNvCxnSpPr>
            <p:nvPr/>
          </p:nvCxnSpPr>
          <p:spPr>
            <a:xfrm>
              <a:off x="5620987" y="2782223"/>
              <a:ext cx="426968" cy="0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C7F7DCCA-DE37-0DCE-0C31-FD2DBAA42A53}"/>
                </a:ext>
              </a:extLst>
            </p:cNvPr>
            <p:cNvSpPr/>
            <p:nvPr/>
          </p:nvSpPr>
          <p:spPr>
            <a:xfrm>
              <a:off x="6172026" y="2564606"/>
              <a:ext cx="784369" cy="437734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1D605F03-0432-0F87-818D-CBA2DC712ECD}"/>
                </a:ext>
              </a:extLst>
            </p:cNvPr>
            <p:cNvSpPr txBox="1"/>
            <p:nvPr/>
          </p:nvSpPr>
          <p:spPr>
            <a:xfrm>
              <a:off x="6310286" y="2634527"/>
              <a:ext cx="54271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/>
                <a:t>FC2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215C55BD-56B1-BA39-98BA-E7E0B79603FB}"/>
                </a:ext>
              </a:extLst>
            </p:cNvPr>
            <p:cNvSpPr txBox="1"/>
            <p:nvPr/>
          </p:nvSpPr>
          <p:spPr>
            <a:xfrm>
              <a:off x="5760560" y="2274392"/>
              <a:ext cx="160729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bg1">
                      <a:lumMod val="65000"/>
                    </a:schemeClr>
                  </a:solidFill>
                </a:rPr>
                <a:t>Output layer</a:t>
              </a:r>
            </a:p>
          </p:txBody>
        </p:sp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230437C2-40CB-811A-0307-B6E464DE4365}"/>
                </a:ext>
              </a:extLst>
            </p:cNvPr>
            <p:cNvCxnSpPr>
              <a:cxnSpLocks/>
            </p:cNvCxnSpPr>
            <p:nvPr/>
          </p:nvCxnSpPr>
          <p:spPr>
            <a:xfrm>
              <a:off x="7006765" y="2782223"/>
              <a:ext cx="444166" cy="0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17D94A80-F0F8-33E4-9B75-D60D755931A2}"/>
                </a:ext>
              </a:extLst>
            </p:cNvPr>
            <p:cNvSpPr txBox="1"/>
            <p:nvPr/>
          </p:nvSpPr>
          <p:spPr>
            <a:xfrm>
              <a:off x="7293441" y="2593134"/>
              <a:ext cx="157876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Prediction</a:t>
              </a:r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CFAF4BAE-FFF3-44FA-D0A9-6FDE84FE29F8}"/>
                </a:ext>
              </a:extLst>
            </p:cNvPr>
            <p:cNvSpPr/>
            <p:nvPr/>
          </p:nvSpPr>
          <p:spPr>
            <a:xfrm>
              <a:off x="3582746" y="2600108"/>
              <a:ext cx="421481" cy="421481"/>
            </a:xfrm>
            <a:prstGeom prst="ellipse">
              <a:avLst/>
            </a:prstGeom>
            <a:noFill/>
            <a:ln>
              <a:solidFill>
                <a:schemeClr val="tx2">
                  <a:lumMod val="25000"/>
                  <a:lumOff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FE37BC58-B73C-F5A5-40F0-6B2B09687024}"/>
                </a:ext>
              </a:extLst>
            </p:cNvPr>
            <p:cNvSpPr txBox="1"/>
            <p:nvPr/>
          </p:nvSpPr>
          <p:spPr>
            <a:xfrm>
              <a:off x="3661100" y="2552416"/>
              <a:ext cx="27372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dirty="0">
                  <a:solidFill>
                    <a:schemeClr val="tx2">
                      <a:lumMod val="25000"/>
                      <a:lumOff val="75000"/>
                    </a:schemeClr>
                  </a:solidFill>
                </a:rPr>
                <a:t>+</a:t>
              </a:r>
            </a:p>
          </p:txBody>
        </p:sp>
        <p:cxnSp>
          <p:nvCxnSpPr>
            <p:cNvPr id="50" name="Straight Arrow Connector 49">
              <a:extLst>
                <a:ext uri="{FF2B5EF4-FFF2-40B4-BE49-F238E27FC236}">
                  <a16:creationId xmlns:a16="http://schemas.microsoft.com/office/drawing/2014/main" id="{14C9DC18-5A5B-C7AD-5A37-545EABC44082}"/>
                </a:ext>
              </a:extLst>
            </p:cNvPr>
            <p:cNvCxnSpPr>
              <a:cxnSpLocks/>
            </p:cNvCxnSpPr>
            <p:nvPr/>
          </p:nvCxnSpPr>
          <p:spPr>
            <a:xfrm>
              <a:off x="4130325" y="2802554"/>
              <a:ext cx="440256" cy="0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4814455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9158C5-E6B9-267F-6DA6-64A22E7DD9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" name="Group 81">
            <a:extLst>
              <a:ext uri="{FF2B5EF4-FFF2-40B4-BE49-F238E27FC236}">
                <a16:creationId xmlns:a16="http://schemas.microsoft.com/office/drawing/2014/main" id="{29E176B8-1975-A6B7-D142-84C7390E09D6}"/>
              </a:ext>
            </a:extLst>
          </p:cNvPr>
          <p:cNvGrpSpPr/>
          <p:nvPr/>
        </p:nvGrpSpPr>
        <p:grpSpPr>
          <a:xfrm>
            <a:off x="754458" y="1941971"/>
            <a:ext cx="10563223" cy="2439380"/>
            <a:chOff x="754458" y="1941971"/>
            <a:chExt cx="10563223" cy="2439380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5FF30F9A-99E1-9EC9-8D9A-1D19E44BE0FC}"/>
                    </a:ext>
                  </a:extLst>
                </p:cNvPr>
                <p:cNvSpPr txBox="1"/>
                <p:nvPr/>
              </p:nvSpPr>
              <p:spPr>
                <a:xfrm>
                  <a:off x="1591197" y="4035682"/>
                  <a:ext cx="70371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:r>
                    <a:rPr lang="en-US" b="0" dirty="0"/>
                    <a:t>(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a14:m>
                  <a:r>
                    <a:rPr lang="en-US" b="0" dirty="0"/>
                    <a:t>)</a:t>
                  </a:r>
                </a:p>
              </p:txBody>
            </p:sp>
          </mc:Choice>
          <mc:Fallback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5FF30F9A-99E1-9EC9-8D9A-1D19E44BE0F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91197" y="4035682"/>
                  <a:ext cx="703719" cy="276999"/>
                </a:xfrm>
                <a:prstGeom prst="rect">
                  <a:avLst/>
                </a:prstGeom>
                <a:blipFill>
                  <a:blip r:embed="rId2"/>
                  <a:stretch>
                    <a:fillRect l="-20000" t="-26667" r="-20000" b="-5555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E08FAE13-40A8-5C0F-6B2A-9522BDAD533C}"/>
                </a:ext>
              </a:extLst>
            </p:cNvPr>
            <p:cNvSpPr txBox="1"/>
            <p:nvPr/>
          </p:nvSpPr>
          <p:spPr>
            <a:xfrm>
              <a:off x="3244903" y="1941971"/>
              <a:ext cx="59824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RNN</a:t>
              </a:r>
            </a:p>
          </p:txBody>
        </p: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DBF64609-A2A1-8439-F899-95C85C8C735F}"/>
                </a:ext>
              </a:extLst>
            </p:cNvPr>
            <p:cNvGrpSpPr/>
            <p:nvPr/>
          </p:nvGrpSpPr>
          <p:grpSpPr>
            <a:xfrm>
              <a:off x="754458" y="2599074"/>
              <a:ext cx="396310" cy="437734"/>
              <a:chOff x="548513" y="2563354"/>
              <a:chExt cx="396310" cy="437734"/>
            </a:xfrm>
            <a:solidFill>
              <a:srgbClr val="FFBCA7"/>
            </a:solidFill>
          </p:grpSpPr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85DCB009-069D-9153-978F-94338CD1037F}"/>
                  </a:ext>
                </a:extLst>
              </p:cNvPr>
              <p:cNvSpPr/>
              <p:nvPr/>
            </p:nvSpPr>
            <p:spPr>
              <a:xfrm>
                <a:off x="548513" y="2563354"/>
                <a:ext cx="396310" cy="43773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0" name="TextBox 19">
                    <a:extLst>
                      <a:ext uri="{FF2B5EF4-FFF2-40B4-BE49-F238E27FC236}">
                        <a16:creationId xmlns:a16="http://schemas.microsoft.com/office/drawing/2014/main" id="{71C1988B-68B9-E404-6EED-EB98A1649FF5}"/>
                      </a:ext>
                    </a:extLst>
                  </p:cNvPr>
                  <p:cNvSpPr txBox="1"/>
                  <p:nvPr/>
                </p:nvSpPr>
                <p:spPr>
                  <a:xfrm>
                    <a:off x="605636" y="2643722"/>
                    <a:ext cx="282065" cy="276999"/>
                  </a:xfrm>
                  <a:prstGeom prst="rect">
                    <a:avLst/>
                  </a:prstGeom>
                  <a:grp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oMath>
                      </m:oMathPara>
                    </a14:m>
                    <a:endParaRPr lang="en-US" b="0" dirty="0"/>
                  </a:p>
                </p:txBody>
              </p:sp>
            </mc:Choice>
            <mc:Fallback>
              <p:sp>
                <p:nvSpPr>
                  <p:cNvPr id="20" name="TextBox 19">
                    <a:extLst>
                      <a:ext uri="{FF2B5EF4-FFF2-40B4-BE49-F238E27FC236}">
                        <a16:creationId xmlns:a16="http://schemas.microsoft.com/office/drawing/2014/main" id="{71C1988B-68B9-E404-6EED-EB98A1649FF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05636" y="2643722"/>
                    <a:ext cx="282065" cy="276999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l="-21739" r="-8696" b="-15556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C6721F07-D05B-0073-7555-D547EF2858F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71940" y="3148146"/>
              <a:ext cx="0" cy="809491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343F5EC9-97EB-A477-E93E-5F85467688EE}"/>
                </a:ext>
              </a:extLst>
            </p:cNvPr>
            <p:cNvCxnSpPr>
              <a:cxnSpLocks/>
            </p:cNvCxnSpPr>
            <p:nvPr/>
          </p:nvCxnSpPr>
          <p:spPr>
            <a:xfrm>
              <a:off x="1257925" y="2817941"/>
              <a:ext cx="451551" cy="0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AD8E667D-BE62-E85C-DD80-ED3D3FA67F7F}"/>
                </a:ext>
              </a:extLst>
            </p:cNvPr>
            <p:cNvGrpSpPr/>
            <p:nvPr/>
          </p:nvGrpSpPr>
          <p:grpSpPr>
            <a:xfrm>
              <a:off x="1796990" y="2599074"/>
              <a:ext cx="396310" cy="437734"/>
              <a:chOff x="548513" y="2563354"/>
              <a:chExt cx="396310" cy="437734"/>
            </a:xfrm>
            <a:solidFill>
              <a:srgbClr val="FFBCA7"/>
            </a:solidFill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000F4FD1-050C-0B7A-0FBF-2CB67B6A1536}"/>
                  </a:ext>
                </a:extLst>
              </p:cNvPr>
              <p:cNvSpPr/>
              <p:nvPr/>
            </p:nvSpPr>
            <p:spPr>
              <a:xfrm>
                <a:off x="548513" y="2563354"/>
                <a:ext cx="396310" cy="43773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1" name="TextBox 20">
                    <a:extLst>
                      <a:ext uri="{FF2B5EF4-FFF2-40B4-BE49-F238E27FC236}">
                        <a16:creationId xmlns:a16="http://schemas.microsoft.com/office/drawing/2014/main" id="{0EA14C51-4E51-5DF7-CEEE-370761040925}"/>
                      </a:ext>
                    </a:extLst>
                  </p:cNvPr>
                  <p:cNvSpPr txBox="1"/>
                  <p:nvPr/>
                </p:nvSpPr>
                <p:spPr>
                  <a:xfrm>
                    <a:off x="605636" y="2643722"/>
                    <a:ext cx="276742" cy="276999"/>
                  </a:xfrm>
                  <a:prstGeom prst="rect">
                    <a:avLst/>
                  </a:prstGeom>
                  <a:grp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US" b="0" dirty="0"/>
                  </a:p>
                </p:txBody>
              </p:sp>
            </mc:Choice>
            <mc:Fallback>
              <p:sp>
                <p:nvSpPr>
                  <p:cNvPr id="21" name="TextBox 20">
                    <a:extLst>
                      <a:ext uri="{FF2B5EF4-FFF2-40B4-BE49-F238E27FC236}">
                        <a16:creationId xmlns:a16="http://schemas.microsoft.com/office/drawing/2014/main" id="{0EA14C51-4E51-5DF7-CEEE-37076104092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05636" y="2643722"/>
                    <a:ext cx="276742" cy="276999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l="-21739" r="-6522" b="-15556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6BAB79A3-E81C-93D7-11EA-D04D214FDCCD}"/>
                    </a:ext>
                  </a:extLst>
                </p:cNvPr>
                <p:cNvSpPr txBox="1"/>
                <p:nvPr/>
              </p:nvSpPr>
              <p:spPr>
                <a:xfrm>
                  <a:off x="2633729" y="4035682"/>
                  <a:ext cx="693075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:r>
                    <a:rPr lang="en-US" b="0" dirty="0"/>
                    <a:t>(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a14:m>
                  <a:r>
                    <a:rPr lang="en-US" b="0" dirty="0"/>
                    <a:t>)</a:t>
                  </a:r>
                </a:p>
              </p:txBody>
            </p:sp>
          </mc:Choice>
          <mc:Fallback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6BAB79A3-E81C-93D7-11EA-D04D214FDCC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33729" y="4035682"/>
                  <a:ext cx="693075" cy="276999"/>
                </a:xfrm>
                <a:prstGeom prst="rect">
                  <a:avLst/>
                </a:prstGeom>
                <a:blipFill>
                  <a:blip r:embed="rId5"/>
                  <a:stretch>
                    <a:fillRect l="-20175" t="-26667" r="-20175" b="-5555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54120FE1-22DD-061F-4C16-B6BEB046EE2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14472" y="3148146"/>
              <a:ext cx="0" cy="809491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E3DA762A-AF8B-FEC7-1830-4A173B0D7C8F}"/>
                </a:ext>
              </a:extLst>
            </p:cNvPr>
            <p:cNvCxnSpPr>
              <a:cxnSpLocks/>
            </p:cNvCxnSpPr>
            <p:nvPr/>
          </p:nvCxnSpPr>
          <p:spPr>
            <a:xfrm>
              <a:off x="2300457" y="2817941"/>
              <a:ext cx="451551" cy="0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00C84C1B-6F94-C3F8-1036-549C14AF6EF8}"/>
                </a:ext>
              </a:extLst>
            </p:cNvPr>
            <p:cNvGrpSpPr/>
            <p:nvPr/>
          </p:nvGrpSpPr>
          <p:grpSpPr>
            <a:xfrm>
              <a:off x="2839522" y="2599074"/>
              <a:ext cx="396310" cy="437734"/>
              <a:chOff x="548513" y="2563354"/>
              <a:chExt cx="396310" cy="437734"/>
            </a:xfrm>
            <a:solidFill>
              <a:srgbClr val="FFBCA7"/>
            </a:solidFill>
          </p:grpSpPr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2EB994C9-F428-8BED-7DEB-96EBE7233E91}"/>
                  </a:ext>
                </a:extLst>
              </p:cNvPr>
              <p:cNvSpPr/>
              <p:nvPr/>
            </p:nvSpPr>
            <p:spPr>
              <a:xfrm>
                <a:off x="548513" y="2563354"/>
                <a:ext cx="396310" cy="43773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49" name="TextBox 48">
                    <a:extLst>
                      <a:ext uri="{FF2B5EF4-FFF2-40B4-BE49-F238E27FC236}">
                        <a16:creationId xmlns:a16="http://schemas.microsoft.com/office/drawing/2014/main" id="{A69016B8-74AF-BD0F-50FC-7E1553AB0F5E}"/>
                      </a:ext>
                    </a:extLst>
                  </p:cNvPr>
                  <p:cNvSpPr txBox="1"/>
                  <p:nvPr/>
                </p:nvSpPr>
                <p:spPr>
                  <a:xfrm>
                    <a:off x="605636" y="2643722"/>
                    <a:ext cx="282065" cy="276999"/>
                  </a:xfrm>
                  <a:prstGeom prst="rect">
                    <a:avLst/>
                  </a:prstGeom>
                  <a:grp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US" b="0" dirty="0"/>
                  </a:p>
                </p:txBody>
              </p:sp>
            </mc:Choice>
            <mc:Fallback>
              <p:sp>
                <p:nvSpPr>
                  <p:cNvPr id="49" name="TextBox 48">
                    <a:extLst>
                      <a:ext uri="{FF2B5EF4-FFF2-40B4-BE49-F238E27FC236}">
                        <a16:creationId xmlns:a16="http://schemas.microsoft.com/office/drawing/2014/main" id="{A69016B8-74AF-BD0F-50FC-7E1553AB0F5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05636" y="2643722"/>
                    <a:ext cx="282065" cy="276999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l="-21739" r="-8696" b="-15556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88B3FD2D-E937-E40D-1DDA-BC4F2B12709B}"/>
                    </a:ext>
                  </a:extLst>
                </p:cNvPr>
                <p:cNvSpPr txBox="1"/>
                <p:nvPr/>
              </p:nvSpPr>
              <p:spPr>
                <a:xfrm>
                  <a:off x="3637351" y="4035682"/>
                  <a:ext cx="70371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:r>
                    <a:rPr lang="en-US" b="0" dirty="0"/>
                    <a:t>(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a14:m>
                  <a:r>
                    <a:rPr lang="en-US" b="0" dirty="0"/>
                    <a:t>)</a:t>
                  </a:r>
                </a:p>
              </p:txBody>
            </p:sp>
          </mc:Choice>
          <mc:Fallback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88B3FD2D-E937-E40D-1DDA-BC4F2B12709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37351" y="4035682"/>
                  <a:ext cx="703719" cy="276999"/>
                </a:xfrm>
                <a:prstGeom prst="rect">
                  <a:avLst/>
                </a:prstGeom>
                <a:blipFill>
                  <a:blip r:embed="rId7"/>
                  <a:stretch>
                    <a:fillRect l="-20870" t="-26667" r="-19130" b="-5555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1" name="Straight Arrow Connector 50">
              <a:extLst>
                <a:ext uri="{FF2B5EF4-FFF2-40B4-BE49-F238E27FC236}">
                  <a16:creationId xmlns:a16="http://schemas.microsoft.com/office/drawing/2014/main" id="{133311FF-78D2-760D-D85E-E53020F598E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18094" y="3148146"/>
              <a:ext cx="0" cy="809491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Arrow Connector 51">
              <a:extLst>
                <a:ext uri="{FF2B5EF4-FFF2-40B4-BE49-F238E27FC236}">
                  <a16:creationId xmlns:a16="http://schemas.microsoft.com/office/drawing/2014/main" id="{FA7BDB90-AA12-15D3-F1BF-3F74FC95B465}"/>
                </a:ext>
              </a:extLst>
            </p:cNvPr>
            <p:cNvCxnSpPr>
              <a:cxnSpLocks/>
            </p:cNvCxnSpPr>
            <p:nvPr/>
          </p:nvCxnSpPr>
          <p:spPr>
            <a:xfrm>
              <a:off x="3304079" y="2817941"/>
              <a:ext cx="451551" cy="0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2C2980E5-8AC6-0A33-4A4E-AEB70281D968}"/>
                </a:ext>
              </a:extLst>
            </p:cNvPr>
            <p:cNvGrpSpPr/>
            <p:nvPr/>
          </p:nvGrpSpPr>
          <p:grpSpPr>
            <a:xfrm>
              <a:off x="3843144" y="2599074"/>
              <a:ext cx="396310" cy="437734"/>
              <a:chOff x="548513" y="2563354"/>
              <a:chExt cx="396310" cy="437734"/>
            </a:xfrm>
            <a:solidFill>
              <a:srgbClr val="FFBCA7"/>
            </a:solidFill>
          </p:grpSpPr>
          <p:sp>
            <p:nvSpPr>
              <p:cNvPr id="54" name="Rectangle 53">
                <a:extLst>
                  <a:ext uri="{FF2B5EF4-FFF2-40B4-BE49-F238E27FC236}">
                    <a16:creationId xmlns:a16="http://schemas.microsoft.com/office/drawing/2014/main" id="{59C791C0-3B66-87A1-B76C-7CD4C24F2055}"/>
                  </a:ext>
                </a:extLst>
              </p:cNvPr>
              <p:cNvSpPr/>
              <p:nvPr/>
            </p:nvSpPr>
            <p:spPr>
              <a:xfrm>
                <a:off x="548513" y="2563354"/>
                <a:ext cx="396310" cy="43773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55" name="TextBox 54">
                    <a:extLst>
                      <a:ext uri="{FF2B5EF4-FFF2-40B4-BE49-F238E27FC236}">
                        <a16:creationId xmlns:a16="http://schemas.microsoft.com/office/drawing/2014/main" id="{886D8961-80A4-FC21-D5FF-DD8B4F3F1FA7}"/>
                      </a:ext>
                    </a:extLst>
                  </p:cNvPr>
                  <p:cNvSpPr txBox="1"/>
                  <p:nvPr/>
                </p:nvSpPr>
                <p:spPr>
                  <a:xfrm>
                    <a:off x="605636" y="2643722"/>
                    <a:ext cx="282065" cy="276999"/>
                  </a:xfrm>
                  <a:prstGeom prst="rect">
                    <a:avLst/>
                  </a:prstGeom>
                  <a:grp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oMath>
                      </m:oMathPara>
                    </a14:m>
                    <a:endParaRPr lang="en-US" b="0" dirty="0"/>
                  </a:p>
                </p:txBody>
              </p:sp>
            </mc:Choice>
            <mc:Fallback>
              <p:sp>
                <p:nvSpPr>
                  <p:cNvPr id="55" name="TextBox 54">
                    <a:extLst>
                      <a:ext uri="{FF2B5EF4-FFF2-40B4-BE49-F238E27FC236}">
                        <a16:creationId xmlns:a16="http://schemas.microsoft.com/office/drawing/2014/main" id="{886D8961-80A4-FC21-D5FF-DD8B4F3F1FA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05636" y="2643722"/>
                    <a:ext cx="282065" cy="276999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l="-21739" r="-8696" b="-15556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CDC6C561-D267-73F4-91C7-1B4A7E78EE2E}"/>
                    </a:ext>
                  </a:extLst>
                </p:cNvPr>
                <p:cNvSpPr txBox="1"/>
                <p:nvPr/>
              </p:nvSpPr>
              <p:spPr>
                <a:xfrm>
                  <a:off x="4678340" y="4035682"/>
                  <a:ext cx="70371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:r>
                    <a:rPr lang="en-US" b="0" dirty="0"/>
                    <a:t>(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a14:m>
                  <a:r>
                    <a:rPr lang="en-US" b="0" dirty="0"/>
                    <a:t>)</a:t>
                  </a:r>
                </a:p>
              </p:txBody>
            </p:sp>
          </mc:Choice>
          <mc:Fallback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CDC6C561-D267-73F4-91C7-1B4A7E78EE2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78340" y="4035682"/>
                  <a:ext cx="703719" cy="276999"/>
                </a:xfrm>
                <a:prstGeom prst="rect">
                  <a:avLst/>
                </a:prstGeom>
                <a:blipFill>
                  <a:blip r:embed="rId9"/>
                  <a:stretch>
                    <a:fillRect l="-19828" t="-26667" r="-18966" b="-5555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7" name="Straight Arrow Connector 56">
              <a:extLst>
                <a:ext uri="{FF2B5EF4-FFF2-40B4-BE49-F238E27FC236}">
                  <a16:creationId xmlns:a16="http://schemas.microsoft.com/office/drawing/2014/main" id="{7DAC2FAB-BF22-0C07-C123-4A91FD68240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59083" y="3148146"/>
              <a:ext cx="0" cy="809491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Arrow Connector 57">
              <a:extLst>
                <a:ext uri="{FF2B5EF4-FFF2-40B4-BE49-F238E27FC236}">
                  <a16:creationId xmlns:a16="http://schemas.microsoft.com/office/drawing/2014/main" id="{6C97E1C8-3655-23EB-D4C2-6DA0B55792C7}"/>
                </a:ext>
              </a:extLst>
            </p:cNvPr>
            <p:cNvCxnSpPr>
              <a:cxnSpLocks/>
            </p:cNvCxnSpPr>
            <p:nvPr/>
          </p:nvCxnSpPr>
          <p:spPr>
            <a:xfrm>
              <a:off x="4345068" y="2817941"/>
              <a:ext cx="451551" cy="0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9" name="Group 58">
              <a:extLst>
                <a:ext uri="{FF2B5EF4-FFF2-40B4-BE49-F238E27FC236}">
                  <a16:creationId xmlns:a16="http://schemas.microsoft.com/office/drawing/2014/main" id="{0D13C532-5AA1-01A1-A164-11D60A2A67A9}"/>
                </a:ext>
              </a:extLst>
            </p:cNvPr>
            <p:cNvGrpSpPr/>
            <p:nvPr/>
          </p:nvGrpSpPr>
          <p:grpSpPr>
            <a:xfrm>
              <a:off x="4884133" y="2599074"/>
              <a:ext cx="396310" cy="437734"/>
              <a:chOff x="548513" y="2563354"/>
              <a:chExt cx="396310" cy="437734"/>
            </a:xfrm>
            <a:solidFill>
              <a:srgbClr val="FFBCA7"/>
            </a:solidFill>
          </p:grpSpPr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A7C36CDD-1560-49BA-BA8E-0810522C2BF5}"/>
                  </a:ext>
                </a:extLst>
              </p:cNvPr>
              <p:cNvSpPr/>
              <p:nvPr/>
            </p:nvSpPr>
            <p:spPr>
              <a:xfrm>
                <a:off x="548513" y="2563354"/>
                <a:ext cx="396310" cy="43773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61" name="TextBox 60">
                    <a:extLst>
                      <a:ext uri="{FF2B5EF4-FFF2-40B4-BE49-F238E27FC236}">
                        <a16:creationId xmlns:a16="http://schemas.microsoft.com/office/drawing/2014/main" id="{1D52E000-1704-ABF4-0FB3-86334A4BF391}"/>
                      </a:ext>
                    </a:extLst>
                  </p:cNvPr>
                  <p:cNvSpPr txBox="1"/>
                  <p:nvPr/>
                </p:nvSpPr>
                <p:spPr>
                  <a:xfrm>
                    <a:off x="605636" y="2643722"/>
                    <a:ext cx="282065" cy="276999"/>
                  </a:xfrm>
                  <a:prstGeom prst="rect">
                    <a:avLst/>
                  </a:prstGeom>
                  <a:grp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oMath>
                      </m:oMathPara>
                    </a14:m>
                    <a:endParaRPr lang="en-US" b="0" dirty="0"/>
                  </a:p>
                </p:txBody>
              </p:sp>
            </mc:Choice>
            <mc:Fallback>
              <p:sp>
                <p:nvSpPr>
                  <p:cNvPr id="61" name="TextBox 60">
                    <a:extLst>
                      <a:ext uri="{FF2B5EF4-FFF2-40B4-BE49-F238E27FC236}">
                        <a16:creationId xmlns:a16="http://schemas.microsoft.com/office/drawing/2014/main" id="{1D52E000-1704-ABF4-0FB3-86334A4BF39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05636" y="2643722"/>
                    <a:ext cx="282065" cy="276999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l="-21739" r="-8696" b="-15556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DFEFB3EE-1C22-34B2-1E82-4AE505152F28}"/>
                </a:ext>
              </a:extLst>
            </p:cNvPr>
            <p:cNvSpPr/>
            <p:nvPr/>
          </p:nvSpPr>
          <p:spPr>
            <a:xfrm>
              <a:off x="1487679" y="2278351"/>
              <a:ext cx="4120156" cy="1050638"/>
            </a:xfrm>
            <a:prstGeom prst="rect">
              <a:avLst/>
            </a:prstGeom>
            <a:noFill/>
            <a:ln>
              <a:solidFill>
                <a:srgbClr val="FFBCA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3" name="Straight Arrow Connector 62">
              <a:extLst>
                <a:ext uri="{FF2B5EF4-FFF2-40B4-BE49-F238E27FC236}">
                  <a16:creationId xmlns:a16="http://schemas.microsoft.com/office/drawing/2014/main" id="{737B28B7-7921-E877-80BF-BB983D7792E6}"/>
                </a:ext>
              </a:extLst>
            </p:cNvPr>
            <p:cNvCxnSpPr>
              <a:cxnSpLocks/>
            </p:cNvCxnSpPr>
            <p:nvPr/>
          </p:nvCxnSpPr>
          <p:spPr>
            <a:xfrm>
              <a:off x="5382059" y="2817941"/>
              <a:ext cx="582972" cy="0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9176513F-3198-5071-693E-056DBC0FE2B1}"/>
                </a:ext>
              </a:extLst>
            </p:cNvPr>
            <p:cNvSpPr txBox="1"/>
            <p:nvPr/>
          </p:nvSpPr>
          <p:spPr>
            <a:xfrm>
              <a:off x="5437283" y="4012019"/>
              <a:ext cx="157876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Static inputs</a:t>
              </a:r>
            </a:p>
          </p:txBody>
        </p:sp>
        <p:cxnSp>
          <p:nvCxnSpPr>
            <p:cNvPr id="68" name="Straight Arrow Connector 67">
              <a:extLst>
                <a:ext uri="{FF2B5EF4-FFF2-40B4-BE49-F238E27FC236}">
                  <a16:creationId xmlns:a16="http://schemas.microsoft.com/office/drawing/2014/main" id="{98606D9F-571B-B80A-ACA2-ABB058F87CF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44101" y="3114658"/>
              <a:ext cx="0" cy="809491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B7F8AFB0-EAF9-02FE-D7F7-FAAAE4ECCD07}"/>
                </a:ext>
              </a:extLst>
            </p:cNvPr>
            <p:cNvSpPr txBox="1"/>
            <p:nvPr/>
          </p:nvSpPr>
          <p:spPr>
            <a:xfrm>
              <a:off x="6723158" y="2283128"/>
              <a:ext cx="160729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 err="1">
                  <a:solidFill>
                    <a:schemeClr val="bg1">
                      <a:lumMod val="65000"/>
                    </a:schemeClr>
                  </a:solidFill>
                </a:rPr>
                <a:t>ReLU</a:t>
              </a:r>
              <a:endParaRPr lang="en-US" sz="1200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293B1431-35A7-D22D-7098-A4C93D680E82}"/>
                </a:ext>
              </a:extLst>
            </p:cNvPr>
            <p:cNvSpPr/>
            <p:nvPr/>
          </p:nvSpPr>
          <p:spPr>
            <a:xfrm>
              <a:off x="7117191" y="2560127"/>
              <a:ext cx="784369" cy="437734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22854A44-6044-EA12-22C2-68606916C7F9}"/>
                </a:ext>
              </a:extLst>
            </p:cNvPr>
            <p:cNvSpPr txBox="1"/>
            <p:nvPr/>
          </p:nvSpPr>
          <p:spPr>
            <a:xfrm>
              <a:off x="7255451" y="2630048"/>
              <a:ext cx="54271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/>
                <a:t>FC1</a:t>
              </a:r>
            </a:p>
          </p:txBody>
        </p:sp>
        <p:cxnSp>
          <p:nvCxnSpPr>
            <p:cNvPr id="72" name="Straight Arrow Connector 71">
              <a:extLst>
                <a:ext uri="{FF2B5EF4-FFF2-40B4-BE49-F238E27FC236}">
                  <a16:creationId xmlns:a16="http://schemas.microsoft.com/office/drawing/2014/main" id="{DFA1E107-B53C-C2F1-CBE6-095F18B520CE}"/>
                </a:ext>
              </a:extLst>
            </p:cNvPr>
            <p:cNvCxnSpPr>
              <a:cxnSpLocks/>
            </p:cNvCxnSpPr>
            <p:nvPr/>
          </p:nvCxnSpPr>
          <p:spPr>
            <a:xfrm>
              <a:off x="8066458" y="2778994"/>
              <a:ext cx="426968" cy="0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03F7F1E1-0A0F-AB8F-DEAF-ABE1317A0F05}"/>
                </a:ext>
              </a:extLst>
            </p:cNvPr>
            <p:cNvSpPr/>
            <p:nvPr/>
          </p:nvSpPr>
          <p:spPr>
            <a:xfrm>
              <a:off x="8617497" y="2561377"/>
              <a:ext cx="784369" cy="437734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C789DE0E-0166-38DD-F5C8-028489CD4CDB}"/>
                </a:ext>
              </a:extLst>
            </p:cNvPr>
            <p:cNvSpPr txBox="1"/>
            <p:nvPr/>
          </p:nvSpPr>
          <p:spPr>
            <a:xfrm>
              <a:off x="8755757" y="2631298"/>
              <a:ext cx="54271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/>
                <a:t>FC2</a:t>
              </a: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BC86888C-B4BE-9635-CCD4-03EA59B8B833}"/>
                </a:ext>
              </a:extLst>
            </p:cNvPr>
            <p:cNvSpPr txBox="1"/>
            <p:nvPr/>
          </p:nvSpPr>
          <p:spPr>
            <a:xfrm>
              <a:off x="8493427" y="2278351"/>
              <a:ext cx="104348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bg1">
                      <a:lumMod val="65000"/>
                    </a:schemeClr>
                  </a:solidFill>
                </a:rPr>
                <a:t>Output layer</a:t>
              </a:r>
            </a:p>
          </p:txBody>
        </p:sp>
        <p:cxnSp>
          <p:nvCxnSpPr>
            <p:cNvPr id="76" name="Straight Arrow Connector 75">
              <a:extLst>
                <a:ext uri="{FF2B5EF4-FFF2-40B4-BE49-F238E27FC236}">
                  <a16:creationId xmlns:a16="http://schemas.microsoft.com/office/drawing/2014/main" id="{350F5D16-F923-2C91-A614-612B8569F301}"/>
                </a:ext>
              </a:extLst>
            </p:cNvPr>
            <p:cNvCxnSpPr>
              <a:cxnSpLocks/>
            </p:cNvCxnSpPr>
            <p:nvPr/>
          </p:nvCxnSpPr>
          <p:spPr>
            <a:xfrm>
              <a:off x="9452236" y="2778994"/>
              <a:ext cx="444166" cy="0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153224B4-FD58-01FD-3C32-0E54D3F95591}"/>
                </a:ext>
              </a:extLst>
            </p:cNvPr>
            <p:cNvSpPr txBox="1"/>
            <p:nvPr/>
          </p:nvSpPr>
          <p:spPr>
            <a:xfrm>
              <a:off x="9738912" y="2589905"/>
              <a:ext cx="157876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Prediction</a:t>
              </a:r>
            </a:p>
          </p:txBody>
        </p:sp>
        <p:sp>
          <p:nvSpPr>
            <p:cNvPr id="78" name="Oval 77">
              <a:extLst>
                <a:ext uri="{FF2B5EF4-FFF2-40B4-BE49-F238E27FC236}">
                  <a16:creationId xmlns:a16="http://schemas.microsoft.com/office/drawing/2014/main" id="{23CD0D2E-EC20-208C-F2AF-C8B238895BF4}"/>
                </a:ext>
              </a:extLst>
            </p:cNvPr>
            <p:cNvSpPr/>
            <p:nvPr/>
          </p:nvSpPr>
          <p:spPr>
            <a:xfrm>
              <a:off x="6028217" y="2596879"/>
              <a:ext cx="421481" cy="421481"/>
            </a:xfrm>
            <a:prstGeom prst="ellipse">
              <a:avLst/>
            </a:prstGeom>
            <a:noFill/>
            <a:ln>
              <a:solidFill>
                <a:schemeClr val="tx2">
                  <a:lumMod val="25000"/>
                  <a:lumOff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01A22566-94D1-5146-1E71-D3C2FBA44181}"/>
                </a:ext>
              </a:extLst>
            </p:cNvPr>
            <p:cNvSpPr txBox="1"/>
            <p:nvPr/>
          </p:nvSpPr>
          <p:spPr>
            <a:xfrm>
              <a:off x="6106571" y="2549187"/>
              <a:ext cx="27372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dirty="0">
                  <a:solidFill>
                    <a:schemeClr val="tx2">
                      <a:lumMod val="25000"/>
                      <a:lumOff val="75000"/>
                    </a:schemeClr>
                  </a:solidFill>
                </a:rPr>
                <a:t>+</a:t>
              </a:r>
            </a:p>
          </p:txBody>
        </p:sp>
        <p:cxnSp>
          <p:nvCxnSpPr>
            <p:cNvPr id="80" name="Straight Arrow Connector 79">
              <a:extLst>
                <a:ext uri="{FF2B5EF4-FFF2-40B4-BE49-F238E27FC236}">
                  <a16:creationId xmlns:a16="http://schemas.microsoft.com/office/drawing/2014/main" id="{A3ADAB0A-AA0D-10E0-4DE2-15C2FACB629B}"/>
                </a:ext>
              </a:extLst>
            </p:cNvPr>
            <p:cNvCxnSpPr>
              <a:cxnSpLocks/>
            </p:cNvCxnSpPr>
            <p:nvPr/>
          </p:nvCxnSpPr>
          <p:spPr>
            <a:xfrm>
              <a:off x="6575796" y="2799325"/>
              <a:ext cx="440256" cy="0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8937105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E736F4-58A8-506A-2307-7B21818338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7" name="Group 256">
            <a:extLst>
              <a:ext uri="{FF2B5EF4-FFF2-40B4-BE49-F238E27FC236}">
                <a16:creationId xmlns:a16="http://schemas.microsoft.com/office/drawing/2014/main" id="{CEF0C642-453D-2EF3-9011-8F66646D00C6}"/>
              </a:ext>
            </a:extLst>
          </p:cNvPr>
          <p:cNvGrpSpPr/>
          <p:nvPr/>
        </p:nvGrpSpPr>
        <p:grpSpPr>
          <a:xfrm>
            <a:off x="-51320" y="347540"/>
            <a:ext cx="12490269" cy="2998421"/>
            <a:chOff x="-51320" y="347540"/>
            <a:chExt cx="12490269" cy="2998421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9BD63804-322F-F4EC-D6FD-CFC8103978C6}"/>
                    </a:ext>
                  </a:extLst>
                </p:cNvPr>
                <p:cNvSpPr txBox="1"/>
                <p:nvPr/>
              </p:nvSpPr>
              <p:spPr>
                <a:xfrm>
                  <a:off x="785419" y="3000292"/>
                  <a:ext cx="70371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:r>
                    <a:rPr lang="en-US" b="0" dirty="0"/>
                    <a:t>(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a14:m>
                  <a:r>
                    <a:rPr lang="en-US" b="0" dirty="0"/>
                    <a:t>)</a:t>
                  </a:r>
                </a:p>
              </p:txBody>
            </p:sp>
          </mc:Choice>
          <mc:Fallback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9BD63804-322F-F4EC-D6FD-CFC8103978C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5419" y="3000292"/>
                  <a:ext cx="703719" cy="276999"/>
                </a:xfrm>
                <a:prstGeom prst="rect">
                  <a:avLst/>
                </a:prstGeom>
                <a:blipFill>
                  <a:blip r:embed="rId2"/>
                  <a:stretch>
                    <a:fillRect l="-20870" t="-26087" r="-19130" b="-5217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AA255F3D-9A3B-AE95-0FFA-2A3EC02353EE}"/>
                </a:ext>
              </a:extLst>
            </p:cNvPr>
            <p:cNvGrpSpPr/>
            <p:nvPr/>
          </p:nvGrpSpPr>
          <p:grpSpPr>
            <a:xfrm>
              <a:off x="-51320" y="1563684"/>
              <a:ext cx="396310" cy="437734"/>
              <a:chOff x="548513" y="2563354"/>
              <a:chExt cx="396310" cy="437734"/>
            </a:xfrm>
            <a:solidFill>
              <a:srgbClr val="FFBCA7"/>
            </a:solidFill>
          </p:grpSpPr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C1CF9B61-EB77-B75A-B491-913E251AF639}"/>
                  </a:ext>
                </a:extLst>
              </p:cNvPr>
              <p:cNvSpPr/>
              <p:nvPr/>
            </p:nvSpPr>
            <p:spPr>
              <a:xfrm>
                <a:off x="548513" y="2563354"/>
                <a:ext cx="396310" cy="43773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0" name="TextBox 19">
                    <a:extLst>
                      <a:ext uri="{FF2B5EF4-FFF2-40B4-BE49-F238E27FC236}">
                        <a16:creationId xmlns:a16="http://schemas.microsoft.com/office/drawing/2014/main" id="{63442DA6-DBBC-1089-6206-0F3452C8A288}"/>
                      </a:ext>
                    </a:extLst>
                  </p:cNvPr>
                  <p:cNvSpPr txBox="1"/>
                  <p:nvPr/>
                </p:nvSpPr>
                <p:spPr>
                  <a:xfrm>
                    <a:off x="605636" y="2643722"/>
                    <a:ext cx="282065" cy="276999"/>
                  </a:xfrm>
                  <a:prstGeom prst="rect">
                    <a:avLst/>
                  </a:prstGeom>
                  <a:grp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oMath>
                      </m:oMathPara>
                    </a14:m>
                    <a:endParaRPr lang="en-US" b="0" dirty="0"/>
                  </a:p>
                </p:txBody>
              </p:sp>
            </mc:Choice>
            <mc:Fallback>
              <p:sp>
                <p:nvSpPr>
                  <p:cNvPr id="20" name="TextBox 19">
                    <a:extLst>
                      <a:ext uri="{FF2B5EF4-FFF2-40B4-BE49-F238E27FC236}">
                        <a16:creationId xmlns:a16="http://schemas.microsoft.com/office/drawing/2014/main" id="{63442DA6-DBBC-1089-6206-0F3452C8A28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05636" y="2643722"/>
                    <a:ext cx="282065" cy="276999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l="-21739" r="-8696" b="-15556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9FC52F0D-69C3-7733-6D56-1722E63038D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66162" y="2112756"/>
              <a:ext cx="0" cy="809491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24646A16-B835-D783-C39F-D1827F8953B0}"/>
                </a:ext>
              </a:extLst>
            </p:cNvPr>
            <p:cNvCxnSpPr>
              <a:cxnSpLocks/>
            </p:cNvCxnSpPr>
            <p:nvPr/>
          </p:nvCxnSpPr>
          <p:spPr>
            <a:xfrm>
              <a:off x="452147" y="1782551"/>
              <a:ext cx="451551" cy="0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0CACAC36-EBE0-78E1-4E8E-A4387B00E62E}"/>
                </a:ext>
              </a:extLst>
            </p:cNvPr>
            <p:cNvGrpSpPr/>
            <p:nvPr/>
          </p:nvGrpSpPr>
          <p:grpSpPr>
            <a:xfrm>
              <a:off x="991212" y="1563684"/>
              <a:ext cx="396310" cy="437734"/>
              <a:chOff x="548513" y="2563354"/>
              <a:chExt cx="396310" cy="437734"/>
            </a:xfrm>
            <a:solidFill>
              <a:srgbClr val="FFBCA7"/>
            </a:solidFill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223EC851-0019-4D1F-D046-9D41E65F7FA4}"/>
                  </a:ext>
                </a:extLst>
              </p:cNvPr>
              <p:cNvSpPr/>
              <p:nvPr/>
            </p:nvSpPr>
            <p:spPr>
              <a:xfrm>
                <a:off x="548513" y="2563354"/>
                <a:ext cx="396310" cy="43773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1" name="TextBox 20">
                    <a:extLst>
                      <a:ext uri="{FF2B5EF4-FFF2-40B4-BE49-F238E27FC236}">
                        <a16:creationId xmlns:a16="http://schemas.microsoft.com/office/drawing/2014/main" id="{B8664930-1E17-C7B0-DC3C-CB3B00F526E9}"/>
                      </a:ext>
                    </a:extLst>
                  </p:cNvPr>
                  <p:cNvSpPr txBox="1"/>
                  <p:nvPr/>
                </p:nvSpPr>
                <p:spPr>
                  <a:xfrm>
                    <a:off x="605636" y="2643722"/>
                    <a:ext cx="276742" cy="276999"/>
                  </a:xfrm>
                  <a:prstGeom prst="rect">
                    <a:avLst/>
                  </a:prstGeom>
                  <a:grp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US" b="0" dirty="0"/>
                  </a:p>
                </p:txBody>
              </p:sp>
            </mc:Choice>
            <mc:Fallback>
              <p:sp>
                <p:nvSpPr>
                  <p:cNvPr id="21" name="TextBox 20">
                    <a:extLst>
                      <a:ext uri="{FF2B5EF4-FFF2-40B4-BE49-F238E27FC236}">
                        <a16:creationId xmlns:a16="http://schemas.microsoft.com/office/drawing/2014/main" id="{B8664930-1E17-C7B0-DC3C-CB3B00F526E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05636" y="2643722"/>
                    <a:ext cx="276742" cy="276999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l="-22222" r="-8889" b="-15556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BAA732CB-69D0-947B-FEEF-4880AE1E3A41}"/>
                    </a:ext>
                  </a:extLst>
                </p:cNvPr>
                <p:cNvSpPr txBox="1"/>
                <p:nvPr/>
              </p:nvSpPr>
              <p:spPr>
                <a:xfrm>
                  <a:off x="1827951" y="3000292"/>
                  <a:ext cx="693075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:r>
                    <a:rPr lang="en-US" b="0" dirty="0"/>
                    <a:t>(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a14:m>
                  <a:r>
                    <a:rPr lang="en-US" b="0" dirty="0"/>
                    <a:t>)</a:t>
                  </a:r>
                </a:p>
              </p:txBody>
            </p:sp>
          </mc:Choice>
          <mc:Fallback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BAA732CB-69D0-947B-FEEF-4880AE1E3A4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27951" y="3000292"/>
                  <a:ext cx="693075" cy="276999"/>
                </a:xfrm>
                <a:prstGeom prst="rect">
                  <a:avLst/>
                </a:prstGeom>
                <a:blipFill>
                  <a:blip r:embed="rId5"/>
                  <a:stretch>
                    <a:fillRect l="-21053" t="-26087" r="-19298" b="-5217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45DA93EC-D941-AEDC-687B-A9EFDC27FFB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08694" y="2112756"/>
              <a:ext cx="0" cy="809491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785CB44B-B104-FFDB-01C6-270161ECD36A}"/>
                </a:ext>
              </a:extLst>
            </p:cNvPr>
            <p:cNvCxnSpPr>
              <a:cxnSpLocks/>
            </p:cNvCxnSpPr>
            <p:nvPr/>
          </p:nvCxnSpPr>
          <p:spPr>
            <a:xfrm>
              <a:off x="1494679" y="1782551"/>
              <a:ext cx="451551" cy="0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09648294-1F29-D6BA-EEB2-A834F33C6DC9}"/>
                </a:ext>
              </a:extLst>
            </p:cNvPr>
            <p:cNvGrpSpPr/>
            <p:nvPr/>
          </p:nvGrpSpPr>
          <p:grpSpPr>
            <a:xfrm>
              <a:off x="2033744" y="1563684"/>
              <a:ext cx="396310" cy="437734"/>
              <a:chOff x="548513" y="2563354"/>
              <a:chExt cx="396310" cy="437734"/>
            </a:xfrm>
            <a:solidFill>
              <a:srgbClr val="FFBCA7"/>
            </a:solidFill>
          </p:grpSpPr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9595C683-E135-6D52-95D0-CC773F615300}"/>
                  </a:ext>
                </a:extLst>
              </p:cNvPr>
              <p:cNvSpPr/>
              <p:nvPr/>
            </p:nvSpPr>
            <p:spPr>
              <a:xfrm>
                <a:off x="548513" y="2563354"/>
                <a:ext cx="396310" cy="43773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49" name="TextBox 48">
                    <a:extLst>
                      <a:ext uri="{FF2B5EF4-FFF2-40B4-BE49-F238E27FC236}">
                        <a16:creationId xmlns:a16="http://schemas.microsoft.com/office/drawing/2014/main" id="{769A3D2F-641B-20B0-5ACA-D069E883C3A4}"/>
                      </a:ext>
                    </a:extLst>
                  </p:cNvPr>
                  <p:cNvSpPr txBox="1"/>
                  <p:nvPr/>
                </p:nvSpPr>
                <p:spPr>
                  <a:xfrm>
                    <a:off x="605636" y="2643722"/>
                    <a:ext cx="282065" cy="276999"/>
                  </a:xfrm>
                  <a:prstGeom prst="rect">
                    <a:avLst/>
                  </a:prstGeom>
                  <a:grp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US" b="0" dirty="0"/>
                  </a:p>
                </p:txBody>
              </p:sp>
            </mc:Choice>
            <mc:Fallback>
              <p:sp>
                <p:nvSpPr>
                  <p:cNvPr id="49" name="TextBox 48">
                    <a:extLst>
                      <a:ext uri="{FF2B5EF4-FFF2-40B4-BE49-F238E27FC236}">
                        <a16:creationId xmlns:a16="http://schemas.microsoft.com/office/drawing/2014/main" id="{769A3D2F-641B-20B0-5ACA-D069E883C3A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05636" y="2643722"/>
                    <a:ext cx="282065" cy="276999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l="-21739" r="-8696" b="-15556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AF300350-CDA7-97BD-E4DB-C71540486874}"/>
                    </a:ext>
                  </a:extLst>
                </p:cNvPr>
                <p:cNvSpPr txBox="1"/>
                <p:nvPr/>
              </p:nvSpPr>
              <p:spPr>
                <a:xfrm>
                  <a:off x="2831573" y="3000292"/>
                  <a:ext cx="70371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:r>
                    <a:rPr lang="en-US" b="0" dirty="0"/>
                    <a:t>(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a14:m>
                  <a:r>
                    <a:rPr lang="en-US" b="0" dirty="0"/>
                    <a:t>)</a:t>
                  </a:r>
                </a:p>
              </p:txBody>
            </p:sp>
          </mc:Choice>
          <mc:Fallback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AF300350-CDA7-97BD-E4DB-C7154048687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31573" y="3000292"/>
                  <a:ext cx="703719" cy="276999"/>
                </a:xfrm>
                <a:prstGeom prst="rect">
                  <a:avLst/>
                </a:prstGeom>
                <a:blipFill>
                  <a:blip r:embed="rId7"/>
                  <a:stretch>
                    <a:fillRect l="-19828" t="-26087" r="-18966" b="-5217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1" name="Straight Arrow Connector 50">
              <a:extLst>
                <a:ext uri="{FF2B5EF4-FFF2-40B4-BE49-F238E27FC236}">
                  <a16:creationId xmlns:a16="http://schemas.microsoft.com/office/drawing/2014/main" id="{5507EE00-7E14-8BDA-B51C-55AC7AF7E47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12316" y="2112756"/>
              <a:ext cx="0" cy="809491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Arrow Connector 51">
              <a:extLst>
                <a:ext uri="{FF2B5EF4-FFF2-40B4-BE49-F238E27FC236}">
                  <a16:creationId xmlns:a16="http://schemas.microsoft.com/office/drawing/2014/main" id="{448B4702-29F2-C7FB-2A85-24F18B898BB4}"/>
                </a:ext>
              </a:extLst>
            </p:cNvPr>
            <p:cNvCxnSpPr>
              <a:cxnSpLocks/>
            </p:cNvCxnSpPr>
            <p:nvPr/>
          </p:nvCxnSpPr>
          <p:spPr>
            <a:xfrm>
              <a:off x="2498301" y="1782551"/>
              <a:ext cx="451551" cy="0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65F6B16F-AB02-CFF3-63A0-8EE85ABA09D9}"/>
                </a:ext>
              </a:extLst>
            </p:cNvPr>
            <p:cNvGrpSpPr/>
            <p:nvPr/>
          </p:nvGrpSpPr>
          <p:grpSpPr>
            <a:xfrm>
              <a:off x="3037366" y="1563684"/>
              <a:ext cx="396310" cy="437734"/>
              <a:chOff x="548513" y="2563354"/>
              <a:chExt cx="396310" cy="437734"/>
            </a:xfrm>
            <a:solidFill>
              <a:srgbClr val="FFBCA7"/>
            </a:solidFill>
          </p:grpSpPr>
          <p:sp>
            <p:nvSpPr>
              <p:cNvPr id="54" name="Rectangle 53">
                <a:extLst>
                  <a:ext uri="{FF2B5EF4-FFF2-40B4-BE49-F238E27FC236}">
                    <a16:creationId xmlns:a16="http://schemas.microsoft.com/office/drawing/2014/main" id="{EDCBA1C6-BB9E-FAC6-CCFC-1FC8C60CA6F8}"/>
                  </a:ext>
                </a:extLst>
              </p:cNvPr>
              <p:cNvSpPr/>
              <p:nvPr/>
            </p:nvSpPr>
            <p:spPr>
              <a:xfrm>
                <a:off x="548513" y="2563354"/>
                <a:ext cx="396310" cy="43773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55" name="TextBox 54">
                    <a:extLst>
                      <a:ext uri="{FF2B5EF4-FFF2-40B4-BE49-F238E27FC236}">
                        <a16:creationId xmlns:a16="http://schemas.microsoft.com/office/drawing/2014/main" id="{76CD1A50-D0A0-F041-1D0D-B4D4AB0CD872}"/>
                      </a:ext>
                    </a:extLst>
                  </p:cNvPr>
                  <p:cNvSpPr txBox="1"/>
                  <p:nvPr/>
                </p:nvSpPr>
                <p:spPr>
                  <a:xfrm>
                    <a:off x="605636" y="2643722"/>
                    <a:ext cx="282065" cy="276999"/>
                  </a:xfrm>
                  <a:prstGeom prst="rect">
                    <a:avLst/>
                  </a:prstGeom>
                  <a:grp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oMath>
                      </m:oMathPara>
                    </a14:m>
                    <a:endParaRPr lang="en-US" b="0" dirty="0"/>
                  </a:p>
                </p:txBody>
              </p:sp>
            </mc:Choice>
            <mc:Fallback>
              <p:sp>
                <p:nvSpPr>
                  <p:cNvPr id="55" name="TextBox 54">
                    <a:extLst>
                      <a:ext uri="{FF2B5EF4-FFF2-40B4-BE49-F238E27FC236}">
                        <a16:creationId xmlns:a16="http://schemas.microsoft.com/office/drawing/2014/main" id="{76CD1A50-D0A0-F041-1D0D-B4D4AB0CD87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05636" y="2643722"/>
                    <a:ext cx="282065" cy="276999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l="-21739" r="-8696" b="-15556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5FF1AAA2-1868-49C8-E779-ED520FE2344A}"/>
                    </a:ext>
                  </a:extLst>
                </p:cNvPr>
                <p:cNvSpPr txBox="1"/>
                <p:nvPr/>
              </p:nvSpPr>
              <p:spPr>
                <a:xfrm>
                  <a:off x="3872562" y="3000292"/>
                  <a:ext cx="70371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:r>
                    <a:rPr lang="en-US" b="0" dirty="0"/>
                    <a:t>(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a14:m>
                  <a:r>
                    <a:rPr lang="en-US" b="0" dirty="0"/>
                    <a:t>)</a:t>
                  </a:r>
                </a:p>
              </p:txBody>
            </p:sp>
          </mc:Choice>
          <mc:Fallback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5FF1AAA2-1868-49C8-E779-ED520FE2344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72562" y="3000292"/>
                  <a:ext cx="703719" cy="276999"/>
                </a:xfrm>
                <a:prstGeom prst="rect">
                  <a:avLst/>
                </a:prstGeom>
                <a:blipFill>
                  <a:blip r:embed="rId9"/>
                  <a:stretch>
                    <a:fillRect l="-19828" t="-26087" r="-18966" b="-5217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7" name="Straight Arrow Connector 56">
              <a:extLst>
                <a:ext uri="{FF2B5EF4-FFF2-40B4-BE49-F238E27FC236}">
                  <a16:creationId xmlns:a16="http://schemas.microsoft.com/office/drawing/2014/main" id="{2F16EDD2-9308-F2F4-9A5C-778D19AE165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53305" y="2112756"/>
              <a:ext cx="0" cy="809491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Arrow Connector 57">
              <a:extLst>
                <a:ext uri="{FF2B5EF4-FFF2-40B4-BE49-F238E27FC236}">
                  <a16:creationId xmlns:a16="http://schemas.microsoft.com/office/drawing/2014/main" id="{AAF07854-4E98-D03E-599B-47883F507D35}"/>
                </a:ext>
              </a:extLst>
            </p:cNvPr>
            <p:cNvCxnSpPr>
              <a:cxnSpLocks/>
            </p:cNvCxnSpPr>
            <p:nvPr/>
          </p:nvCxnSpPr>
          <p:spPr>
            <a:xfrm>
              <a:off x="3539290" y="1782551"/>
              <a:ext cx="451551" cy="0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9" name="Group 58">
              <a:extLst>
                <a:ext uri="{FF2B5EF4-FFF2-40B4-BE49-F238E27FC236}">
                  <a16:creationId xmlns:a16="http://schemas.microsoft.com/office/drawing/2014/main" id="{465933D8-F3D9-FAF7-1DC4-FF3E2464B7CD}"/>
                </a:ext>
              </a:extLst>
            </p:cNvPr>
            <p:cNvGrpSpPr/>
            <p:nvPr/>
          </p:nvGrpSpPr>
          <p:grpSpPr>
            <a:xfrm>
              <a:off x="4078355" y="1563684"/>
              <a:ext cx="396310" cy="437734"/>
              <a:chOff x="548513" y="2563354"/>
              <a:chExt cx="396310" cy="437734"/>
            </a:xfrm>
            <a:solidFill>
              <a:srgbClr val="FFBCA7"/>
            </a:solidFill>
          </p:grpSpPr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FA60914C-488E-4EBA-55C3-907B6AD6D14F}"/>
                  </a:ext>
                </a:extLst>
              </p:cNvPr>
              <p:cNvSpPr/>
              <p:nvPr/>
            </p:nvSpPr>
            <p:spPr>
              <a:xfrm>
                <a:off x="548513" y="2563354"/>
                <a:ext cx="396310" cy="43773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61" name="TextBox 60">
                    <a:extLst>
                      <a:ext uri="{FF2B5EF4-FFF2-40B4-BE49-F238E27FC236}">
                        <a16:creationId xmlns:a16="http://schemas.microsoft.com/office/drawing/2014/main" id="{D2A85A85-D8A9-19E3-3968-F98B04F65FD1}"/>
                      </a:ext>
                    </a:extLst>
                  </p:cNvPr>
                  <p:cNvSpPr txBox="1"/>
                  <p:nvPr/>
                </p:nvSpPr>
                <p:spPr>
                  <a:xfrm>
                    <a:off x="605636" y="2643722"/>
                    <a:ext cx="282065" cy="276999"/>
                  </a:xfrm>
                  <a:prstGeom prst="rect">
                    <a:avLst/>
                  </a:prstGeom>
                  <a:grp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oMath>
                      </m:oMathPara>
                    </a14:m>
                    <a:endParaRPr lang="en-US" b="0" dirty="0"/>
                  </a:p>
                </p:txBody>
              </p:sp>
            </mc:Choice>
            <mc:Fallback>
              <p:sp>
                <p:nvSpPr>
                  <p:cNvPr id="61" name="TextBox 60">
                    <a:extLst>
                      <a:ext uri="{FF2B5EF4-FFF2-40B4-BE49-F238E27FC236}">
                        <a16:creationId xmlns:a16="http://schemas.microsoft.com/office/drawing/2014/main" id="{D2A85A85-D8A9-19E3-3968-F98B04F65FD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05636" y="2643722"/>
                    <a:ext cx="282065" cy="276999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l="-21277" r="-6383" b="-15556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97E8F9F9-A2B1-A9E3-3A33-0091F2210302}"/>
                </a:ext>
              </a:extLst>
            </p:cNvPr>
            <p:cNvSpPr/>
            <p:nvPr/>
          </p:nvSpPr>
          <p:spPr>
            <a:xfrm>
              <a:off x="620511" y="1377944"/>
              <a:ext cx="4181545" cy="920158"/>
            </a:xfrm>
            <a:prstGeom prst="rect">
              <a:avLst/>
            </a:prstGeom>
            <a:noFill/>
            <a:ln>
              <a:solidFill>
                <a:srgbClr val="FFBCA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63" name="Straight Arrow Connector 62">
              <a:extLst>
                <a:ext uri="{FF2B5EF4-FFF2-40B4-BE49-F238E27FC236}">
                  <a16:creationId xmlns:a16="http://schemas.microsoft.com/office/drawing/2014/main" id="{EEDAA19F-ECFA-5A93-2630-250D6480D348}"/>
                </a:ext>
              </a:extLst>
            </p:cNvPr>
            <p:cNvCxnSpPr>
              <a:cxnSpLocks/>
            </p:cNvCxnSpPr>
            <p:nvPr/>
          </p:nvCxnSpPr>
          <p:spPr>
            <a:xfrm>
              <a:off x="4576281" y="1782551"/>
              <a:ext cx="582972" cy="0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A998B510-D03C-B8A5-B8D4-55AA20860531}"/>
                </a:ext>
              </a:extLst>
            </p:cNvPr>
            <p:cNvSpPr txBox="1"/>
            <p:nvPr/>
          </p:nvSpPr>
          <p:spPr>
            <a:xfrm>
              <a:off x="4631505" y="2976629"/>
              <a:ext cx="157876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Static inputs</a:t>
              </a:r>
            </a:p>
          </p:txBody>
        </p:sp>
        <p:cxnSp>
          <p:nvCxnSpPr>
            <p:cNvPr id="68" name="Straight Arrow Connector 67">
              <a:extLst>
                <a:ext uri="{FF2B5EF4-FFF2-40B4-BE49-F238E27FC236}">
                  <a16:creationId xmlns:a16="http://schemas.microsoft.com/office/drawing/2014/main" id="{263E7990-5AE9-EF80-6785-D3BF729D805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38323" y="2079268"/>
              <a:ext cx="0" cy="809491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2288CE86-E2DD-1A01-9229-880E2CE53A08}"/>
                </a:ext>
              </a:extLst>
            </p:cNvPr>
            <p:cNvSpPr txBox="1"/>
            <p:nvPr/>
          </p:nvSpPr>
          <p:spPr>
            <a:xfrm>
              <a:off x="5917380" y="1247738"/>
              <a:ext cx="160729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 err="1">
                  <a:solidFill>
                    <a:schemeClr val="bg1">
                      <a:lumMod val="65000"/>
                    </a:schemeClr>
                  </a:solidFill>
                </a:rPr>
                <a:t>ReLU</a:t>
              </a:r>
              <a:endParaRPr lang="en-US" sz="1200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3DE6104C-45DD-A5ED-1A86-B21824C347F4}"/>
                </a:ext>
              </a:extLst>
            </p:cNvPr>
            <p:cNvSpPr/>
            <p:nvPr/>
          </p:nvSpPr>
          <p:spPr>
            <a:xfrm>
              <a:off x="6311413" y="1524737"/>
              <a:ext cx="784369" cy="437734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819AE983-D3DA-0D65-9DBA-1D2141BF871D}"/>
                </a:ext>
              </a:extLst>
            </p:cNvPr>
            <p:cNvSpPr txBox="1"/>
            <p:nvPr/>
          </p:nvSpPr>
          <p:spPr>
            <a:xfrm>
              <a:off x="6449673" y="1594658"/>
              <a:ext cx="54271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/>
                <a:t>FC1</a:t>
              </a:r>
            </a:p>
          </p:txBody>
        </p:sp>
        <p:cxnSp>
          <p:nvCxnSpPr>
            <p:cNvPr id="72" name="Straight Arrow Connector 71">
              <a:extLst>
                <a:ext uri="{FF2B5EF4-FFF2-40B4-BE49-F238E27FC236}">
                  <a16:creationId xmlns:a16="http://schemas.microsoft.com/office/drawing/2014/main" id="{B4A28283-3212-6C21-15B9-2797D8EB0266}"/>
                </a:ext>
              </a:extLst>
            </p:cNvPr>
            <p:cNvCxnSpPr>
              <a:cxnSpLocks/>
            </p:cNvCxnSpPr>
            <p:nvPr/>
          </p:nvCxnSpPr>
          <p:spPr>
            <a:xfrm>
              <a:off x="8107997" y="1743604"/>
              <a:ext cx="426968" cy="0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8" name="Oval 77">
              <a:extLst>
                <a:ext uri="{FF2B5EF4-FFF2-40B4-BE49-F238E27FC236}">
                  <a16:creationId xmlns:a16="http://schemas.microsoft.com/office/drawing/2014/main" id="{EF287B56-9BB1-B8C0-35B8-5FD1810146A7}"/>
                </a:ext>
              </a:extLst>
            </p:cNvPr>
            <p:cNvSpPr/>
            <p:nvPr/>
          </p:nvSpPr>
          <p:spPr>
            <a:xfrm>
              <a:off x="5222439" y="1561489"/>
              <a:ext cx="421481" cy="421481"/>
            </a:xfrm>
            <a:prstGeom prst="ellipse">
              <a:avLst/>
            </a:prstGeom>
            <a:noFill/>
            <a:ln>
              <a:solidFill>
                <a:schemeClr val="tx2">
                  <a:lumMod val="25000"/>
                  <a:lumOff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C33DCBA9-4FAD-0262-64B1-227D0F69AB92}"/>
                </a:ext>
              </a:extLst>
            </p:cNvPr>
            <p:cNvSpPr txBox="1"/>
            <p:nvPr/>
          </p:nvSpPr>
          <p:spPr>
            <a:xfrm>
              <a:off x="5300793" y="1513797"/>
              <a:ext cx="27372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dirty="0">
                  <a:solidFill>
                    <a:schemeClr val="tx2">
                      <a:lumMod val="25000"/>
                      <a:lumOff val="75000"/>
                    </a:schemeClr>
                  </a:solidFill>
                </a:rPr>
                <a:t>+</a:t>
              </a:r>
            </a:p>
          </p:txBody>
        </p:sp>
        <p:cxnSp>
          <p:nvCxnSpPr>
            <p:cNvPr id="80" name="Straight Arrow Connector 79">
              <a:extLst>
                <a:ext uri="{FF2B5EF4-FFF2-40B4-BE49-F238E27FC236}">
                  <a16:creationId xmlns:a16="http://schemas.microsoft.com/office/drawing/2014/main" id="{FF64599D-C799-483B-3640-45B6A31A838E}"/>
                </a:ext>
              </a:extLst>
            </p:cNvPr>
            <p:cNvCxnSpPr>
              <a:cxnSpLocks/>
            </p:cNvCxnSpPr>
            <p:nvPr/>
          </p:nvCxnSpPr>
          <p:spPr>
            <a:xfrm>
              <a:off x="5770018" y="1763935"/>
              <a:ext cx="440256" cy="0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6083515D-C148-C3EA-382D-CC352715C861}"/>
                </a:ext>
              </a:extLst>
            </p:cNvPr>
            <p:cNvGrpSpPr/>
            <p:nvPr/>
          </p:nvGrpSpPr>
          <p:grpSpPr>
            <a:xfrm>
              <a:off x="8704640" y="1513797"/>
              <a:ext cx="396310" cy="437734"/>
              <a:chOff x="548513" y="2563354"/>
              <a:chExt cx="396310" cy="437734"/>
            </a:xfrm>
            <a:solidFill>
              <a:schemeClr val="accent6">
                <a:lumMod val="40000"/>
                <a:lumOff val="60000"/>
              </a:schemeClr>
            </a:solidFill>
          </p:grpSpPr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7C4F2831-F0B8-19EA-5AD5-BD4779C525F4}"/>
                  </a:ext>
                </a:extLst>
              </p:cNvPr>
              <p:cNvSpPr/>
              <p:nvPr/>
            </p:nvSpPr>
            <p:spPr>
              <a:xfrm>
                <a:off x="548513" y="2563354"/>
                <a:ext cx="396310" cy="43773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5" name="TextBox 4">
                    <a:extLst>
                      <a:ext uri="{FF2B5EF4-FFF2-40B4-BE49-F238E27FC236}">
                        <a16:creationId xmlns:a16="http://schemas.microsoft.com/office/drawing/2014/main" id="{DA5FA703-6C42-383F-B119-98ED097B8D27}"/>
                      </a:ext>
                    </a:extLst>
                  </p:cNvPr>
                  <p:cNvSpPr txBox="1"/>
                  <p:nvPr/>
                </p:nvSpPr>
                <p:spPr>
                  <a:xfrm>
                    <a:off x="605636" y="2643722"/>
                    <a:ext cx="250260" cy="276999"/>
                  </a:xfrm>
                  <a:prstGeom prst="rect">
                    <a:avLst/>
                  </a:prstGeom>
                  <a:grp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US" b="0" dirty="0"/>
                  </a:p>
                </p:txBody>
              </p:sp>
            </mc:Choice>
            <mc:Fallback>
              <p:sp>
                <p:nvSpPr>
                  <p:cNvPr id="5" name="TextBox 4">
                    <a:extLst>
                      <a:ext uri="{FF2B5EF4-FFF2-40B4-BE49-F238E27FC236}">
                        <a16:creationId xmlns:a16="http://schemas.microsoft.com/office/drawing/2014/main" id="{DA5FA703-6C42-383F-B119-98ED097B8D2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05636" y="2643722"/>
                    <a:ext cx="250260" cy="276999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 l="-14634" r="-9756" b="-15556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A44DC19E-B7EE-1BC5-9707-D7AFB19D58A4}"/>
                </a:ext>
              </a:extLst>
            </p:cNvPr>
            <p:cNvCxnSpPr>
              <a:cxnSpLocks/>
            </p:cNvCxnSpPr>
            <p:nvPr/>
          </p:nvCxnSpPr>
          <p:spPr>
            <a:xfrm>
              <a:off x="9208107" y="1732664"/>
              <a:ext cx="451551" cy="0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8A36DC9B-8084-AB06-FD36-9DDD85CB708E}"/>
                </a:ext>
              </a:extLst>
            </p:cNvPr>
            <p:cNvGrpSpPr/>
            <p:nvPr/>
          </p:nvGrpSpPr>
          <p:grpSpPr>
            <a:xfrm>
              <a:off x="9747172" y="1513797"/>
              <a:ext cx="396310" cy="437734"/>
              <a:chOff x="548513" y="2563354"/>
              <a:chExt cx="396310" cy="437734"/>
            </a:xfrm>
            <a:solidFill>
              <a:schemeClr val="accent6">
                <a:lumMod val="40000"/>
                <a:lumOff val="60000"/>
              </a:schemeClr>
            </a:solidFill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DA2A1D88-F245-A429-4B41-4D5A37C2F93E}"/>
                  </a:ext>
                </a:extLst>
              </p:cNvPr>
              <p:cNvSpPr/>
              <p:nvPr/>
            </p:nvSpPr>
            <p:spPr>
              <a:xfrm>
                <a:off x="548513" y="2563354"/>
                <a:ext cx="396310" cy="43773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3" name="TextBox 12">
                    <a:extLst>
                      <a:ext uri="{FF2B5EF4-FFF2-40B4-BE49-F238E27FC236}">
                        <a16:creationId xmlns:a16="http://schemas.microsoft.com/office/drawing/2014/main" id="{EAA9DA33-4A79-070C-ECAF-99B045C93C73}"/>
                      </a:ext>
                    </a:extLst>
                  </p:cNvPr>
                  <p:cNvSpPr txBox="1"/>
                  <p:nvPr/>
                </p:nvSpPr>
                <p:spPr>
                  <a:xfrm>
                    <a:off x="605636" y="2643722"/>
                    <a:ext cx="255583" cy="276999"/>
                  </a:xfrm>
                  <a:prstGeom prst="rect">
                    <a:avLst/>
                  </a:prstGeom>
                  <a:grp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US" b="0" dirty="0"/>
                  </a:p>
                </p:txBody>
              </p:sp>
            </mc:Choice>
            <mc:Fallback>
              <p:sp>
                <p:nvSpPr>
                  <p:cNvPr id="13" name="TextBox 12">
                    <a:extLst>
                      <a:ext uri="{FF2B5EF4-FFF2-40B4-BE49-F238E27FC236}">
                        <a16:creationId xmlns:a16="http://schemas.microsoft.com/office/drawing/2014/main" id="{EAA9DA33-4A79-070C-ECAF-99B045C93C7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05636" y="2643722"/>
                    <a:ext cx="255583" cy="276999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 l="-14286" r="-9524" b="-15556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A7BDF2F4-8D23-0510-304B-B75B90D489B1}"/>
                </a:ext>
              </a:extLst>
            </p:cNvPr>
            <p:cNvCxnSpPr>
              <a:cxnSpLocks/>
            </p:cNvCxnSpPr>
            <p:nvPr/>
          </p:nvCxnSpPr>
          <p:spPr>
            <a:xfrm>
              <a:off x="10250639" y="1732664"/>
              <a:ext cx="451551" cy="0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A4353397-1CE1-9EB4-7749-35A53A8EB5CB}"/>
                </a:ext>
              </a:extLst>
            </p:cNvPr>
            <p:cNvCxnSpPr>
              <a:cxnSpLocks/>
            </p:cNvCxnSpPr>
            <p:nvPr/>
          </p:nvCxnSpPr>
          <p:spPr>
            <a:xfrm>
              <a:off x="11254261" y="1732664"/>
              <a:ext cx="451551" cy="0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FB36C2C3-D417-AF25-4B2E-F8A1A320D0F0}"/>
                </a:ext>
              </a:extLst>
            </p:cNvPr>
            <p:cNvGrpSpPr/>
            <p:nvPr/>
          </p:nvGrpSpPr>
          <p:grpSpPr>
            <a:xfrm>
              <a:off x="11793326" y="1513797"/>
              <a:ext cx="396310" cy="437734"/>
              <a:chOff x="548513" y="2563354"/>
              <a:chExt cx="396310" cy="437734"/>
            </a:xfrm>
            <a:solidFill>
              <a:schemeClr val="accent6">
                <a:lumMod val="40000"/>
                <a:lumOff val="60000"/>
              </a:schemeClr>
            </a:solidFill>
          </p:grpSpPr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A03063BC-475D-641A-F015-88D7069413AB}"/>
                  </a:ext>
                </a:extLst>
              </p:cNvPr>
              <p:cNvSpPr/>
              <p:nvPr/>
            </p:nvSpPr>
            <p:spPr>
              <a:xfrm>
                <a:off x="548513" y="2563354"/>
                <a:ext cx="396310" cy="43773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6" name="TextBox 25">
                    <a:extLst>
                      <a:ext uri="{FF2B5EF4-FFF2-40B4-BE49-F238E27FC236}">
                        <a16:creationId xmlns:a16="http://schemas.microsoft.com/office/drawing/2014/main" id="{16E55E3F-338D-ED41-D70C-A1FB00C39A96}"/>
                      </a:ext>
                    </a:extLst>
                  </p:cNvPr>
                  <p:cNvSpPr txBox="1"/>
                  <p:nvPr/>
                </p:nvSpPr>
                <p:spPr>
                  <a:xfrm>
                    <a:off x="605636" y="2643722"/>
                    <a:ext cx="255583" cy="276999"/>
                  </a:xfrm>
                  <a:prstGeom prst="rect">
                    <a:avLst/>
                  </a:prstGeom>
                  <a:grp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sub>
                          </m:sSub>
                        </m:oMath>
                      </m:oMathPara>
                    </a14:m>
                    <a:endParaRPr lang="en-US" b="0" dirty="0"/>
                  </a:p>
                </p:txBody>
              </p:sp>
            </mc:Choice>
            <mc:Fallback>
              <p:sp>
                <p:nvSpPr>
                  <p:cNvPr id="26" name="TextBox 25">
                    <a:extLst>
                      <a:ext uri="{FF2B5EF4-FFF2-40B4-BE49-F238E27FC236}">
                        <a16:creationId xmlns:a16="http://schemas.microsoft.com/office/drawing/2014/main" id="{16E55E3F-338D-ED41-D70C-A1FB00C39A9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05636" y="2643722"/>
                    <a:ext cx="255583" cy="276999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 l="-14286" r="-9524" b="-15556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950EAF95-25D5-B694-58D0-AC5D2FB87196}"/>
                    </a:ext>
                  </a:extLst>
                </p:cNvPr>
                <p:cNvSpPr txBox="1"/>
                <p:nvPr/>
              </p:nvSpPr>
              <p:spPr>
                <a:xfrm>
                  <a:off x="8515032" y="3000292"/>
                  <a:ext cx="70371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:r>
                    <a:rPr lang="en-US" b="0" dirty="0"/>
                    <a:t>(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a14:m>
                  <a:r>
                    <a:rPr lang="en-US" b="0" dirty="0"/>
                    <a:t>)</a:t>
                  </a:r>
                </a:p>
              </p:txBody>
            </p:sp>
          </mc:Choice>
          <mc:Fallback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950EAF95-25D5-B694-58D0-AC5D2FB8719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15032" y="3000292"/>
                  <a:ext cx="703719" cy="276999"/>
                </a:xfrm>
                <a:prstGeom prst="rect">
                  <a:avLst/>
                </a:prstGeom>
                <a:blipFill>
                  <a:blip r:embed="rId14"/>
                  <a:stretch>
                    <a:fillRect l="-20870" t="-26087" r="-19130" b="-5217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03BA8BCD-4D93-B092-497F-C281F502B27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895775" y="2112756"/>
              <a:ext cx="0" cy="809491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FB0A9F8D-662D-3715-1B62-83E1FBFAB95F}"/>
                    </a:ext>
                  </a:extLst>
                </p:cNvPr>
                <p:cNvSpPr txBox="1"/>
                <p:nvPr/>
              </p:nvSpPr>
              <p:spPr>
                <a:xfrm>
                  <a:off x="9557564" y="3000292"/>
                  <a:ext cx="70371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:r>
                    <a:rPr lang="en-US" b="0" dirty="0"/>
                    <a:t>(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a14:m>
                  <a:r>
                    <a:rPr lang="en-US" b="0" dirty="0"/>
                    <a:t>)</a:t>
                  </a:r>
                </a:p>
              </p:txBody>
            </p:sp>
          </mc:Choice>
          <mc:Fallback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FB0A9F8D-662D-3715-1B62-83E1FBFAB95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57564" y="3000292"/>
                  <a:ext cx="703719" cy="276999"/>
                </a:xfrm>
                <a:prstGeom prst="rect">
                  <a:avLst/>
                </a:prstGeom>
                <a:blipFill>
                  <a:blip r:embed="rId15"/>
                  <a:stretch>
                    <a:fillRect l="-20870" t="-26087" r="-19130" b="-5217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BC1A8412-3124-01A5-4B2D-CAD863375F7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938307" y="2112756"/>
              <a:ext cx="0" cy="809491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7EB2DE09-5D54-22DF-D4FC-C6612904223D}"/>
                    </a:ext>
                  </a:extLst>
                </p:cNvPr>
                <p:cNvSpPr txBox="1"/>
                <p:nvPr/>
              </p:nvSpPr>
              <p:spPr>
                <a:xfrm>
                  <a:off x="11602175" y="3000292"/>
                  <a:ext cx="694101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:r>
                    <a:rPr lang="en-US" b="0" dirty="0"/>
                    <a:t>(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</m:sub>
                      </m:sSub>
                    </m:oMath>
                  </a14:m>
                  <a:r>
                    <a:rPr lang="en-US" b="0" dirty="0"/>
                    <a:t>)</a:t>
                  </a:r>
                </a:p>
              </p:txBody>
            </p:sp>
          </mc:Choice>
          <mc:Fallback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7EB2DE09-5D54-22DF-D4FC-C6612904223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02175" y="3000292"/>
                  <a:ext cx="694101" cy="276999"/>
                </a:xfrm>
                <a:prstGeom prst="rect">
                  <a:avLst/>
                </a:prstGeom>
                <a:blipFill>
                  <a:blip r:embed="rId16"/>
                  <a:stretch>
                    <a:fillRect l="-20175" t="-26087" r="-20175" b="-5217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A60214B4-AB68-1A30-43E0-65892BF5858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982918" y="2112756"/>
              <a:ext cx="0" cy="809491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23854E5A-F236-410B-6109-EF6E5234DE86}"/>
                </a:ext>
              </a:extLst>
            </p:cNvPr>
            <p:cNvSpPr txBox="1"/>
            <p:nvPr/>
          </p:nvSpPr>
          <p:spPr>
            <a:xfrm>
              <a:off x="10788414" y="1513797"/>
              <a:ext cx="362600" cy="338554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/>
                <a:t>…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59" name="TextBox 158">
                  <a:extLst>
                    <a:ext uri="{FF2B5EF4-FFF2-40B4-BE49-F238E27FC236}">
                      <a16:creationId xmlns:a16="http://schemas.microsoft.com/office/drawing/2014/main" id="{7B7FDBC2-E57A-A96B-6AE6-8CB38A25B6BE}"/>
                    </a:ext>
                  </a:extLst>
                </p:cNvPr>
                <p:cNvSpPr txBox="1"/>
                <p:nvPr/>
              </p:nvSpPr>
              <p:spPr>
                <a:xfrm>
                  <a:off x="8761763" y="347540"/>
                  <a:ext cx="271356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159" name="TextBox 158">
                  <a:extLst>
                    <a:ext uri="{FF2B5EF4-FFF2-40B4-BE49-F238E27FC236}">
                      <a16:creationId xmlns:a16="http://schemas.microsoft.com/office/drawing/2014/main" id="{7B7FDBC2-E57A-A96B-6AE6-8CB38A25B6B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61763" y="347540"/>
                  <a:ext cx="271356" cy="276999"/>
                </a:xfrm>
                <a:prstGeom prst="rect">
                  <a:avLst/>
                </a:prstGeom>
                <a:blipFill>
                  <a:blip r:embed="rId17"/>
                  <a:stretch>
                    <a:fillRect l="-22222" r="-6667" b="-2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63" name="TextBox 162">
                  <a:extLst>
                    <a:ext uri="{FF2B5EF4-FFF2-40B4-BE49-F238E27FC236}">
                      <a16:creationId xmlns:a16="http://schemas.microsoft.com/office/drawing/2014/main" id="{702D3F1B-C167-000C-51A5-138F557CDF1C}"/>
                    </a:ext>
                  </a:extLst>
                </p:cNvPr>
                <p:cNvSpPr txBox="1"/>
                <p:nvPr/>
              </p:nvSpPr>
              <p:spPr>
                <a:xfrm>
                  <a:off x="9812575" y="347540"/>
                  <a:ext cx="27667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163" name="TextBox 162">
                  <a:extLst>
                    <a:ext uri="{FF2B5EF4-FFF2-40B4-BE49-F238E27FC236}">
                      <a16:creationId xmlns:a16="http://schemas.microsoft.com/office/drawing/2014/main" id="{702D3F1B-C167-000C-51A5-138F557CDF1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12575" y="347540"/>
                  <a:ext cx="276679" cy="276999"/>
                </a:xfrm>
                <a:prstGeom prst="rect">
                  <a:avLst/>
                </a:prstGeom>
                <a:blipFill>
                  <a:blip r:embed="rId18"/>
                  <a:stretch>
                    <a:fillRect l="-22222" r="-8889" b="-2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70" name="Group 169">
              <a:extLst>
                <a:ext uri="{FF2B5EF4-FFF2-40B4-BE49-F238E27FC236}">
                  <a16:creationId xmlns:a16="http://schemas.microsoft.com/office/drawing/2014/main" id="{C9C774F7-9482-AC8E-9626-DEA2E8038A0A}"/>
                </a:ext>
              </a:extLst>
            </p:cNvPr>
            <p:cNvGrpSpPr/>
            <p:nvPr/>
          </p:nvGrpSpPr>
          <p:grpSpPr>
            <a:xfrm>
              <a:off x="8905810" y="1229549"/>
              <a:ext cx="3070297" cy="216942"/>
              <a:chOff x="7205122" y="1736796"/>
              <a:chExt cx="3070297" cy="545514"/>
            </a:xfrm>
          </p:grpSpPr>
          <p:cxnSp>
            <p:nvCxnSpPr>
              <p:cNvPr id="155" name="Straight Arrow Connector 154">
                <a:extLst>
                  <a:ext uri="{FF2B5EF4-FFF2-40B4-BE49-F238E27FC236}">
                    <a16:creationId xmlns:a16="http://schemas.microsoft.com/office/drawing/2014/main" id="{21A40C25-2A55-57EE-D886-FE95B6F4FE2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205122" y="1736796"/>
                <a:ext cx="0" cy="545514"/>
              </a:xfrm>
              <a:prstGeom prst="straightConnector1">
                <a:avLst/>
              </a:prstGeom>
              <a:ln>
                <a:solidFill>
                  <a:schemeClr val="bg1">
                    <a:lumMod val="75000"/>
                  </a:schemeClr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2" name="Straight Arrow Connector 161">
                <a:extLst>
                  <a:ext uri="{FF2B5EF4-FFF2-40B4-BE49-F238E27FC236}">
                    <a16:creationId xmlns:a16="http://schemas.microsoft.com/office/drawing/2014/main" id="{C7AD8C9F-428B-E0B3-73F9-55798052BAF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255934" y="1736796"/>
                <a:ext cx="0" cy="545514"/>
              </a:xfrm>
              <a:prstGeom prst="straightConnector1">
                <a:avLst/>
              </a:prstGeom>
              <a:ln>
                <a:solidFill>
                  <a:schemeClr val="bg1">
                    <a:lumMod val="75000"/>
                  </a:schemeClr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" name="Straight Arrow Connector 163">
                <a:extLst>
                  <a:ext uri="{FF2B5EF4-FFF2-40B4-BE49-F238E27FC236}">
                    <a16:creationId xmlns:a16="http://schemas.microsoft.com/office/drawing/2014/main" id="{21E90505-A3AD-0D6D-461E-3F2EEF35331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275419" y="1736796"/>
                <a:ext cx="0" cy="545514"/>
              </a:xfrm>
              <a:prstGeom prst="straightConnector1">
                <a:avLst/>
              </a:prstGeom>
              <a:ln>
                <a:solidFill>
                  <a:schemeClr val="bg1">
                    <a:lumMod val="75000"/>
                  </a:schemeClr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65" name="TextBox 164">
                  <a:extLst>
                    <a:ext uri="{FF2B5EF4-FFF2-40B4-BE49-F238E27FC236}">
                      <a16:creationId xmlns:a16="http://schemas.microsoft.com/office/drawing/2014/main" id="{B1EF24CE-C07C-DA08-CA05-48C5ACCDF14A}"/>
                    </a:ext>
                  </a:extLst>
                </p:cNvPr>
                <p:cNvSpPr txBox="1"/>
                <p:nvPr/>
              </p:nvSpPr>
              <p:spPr>
                <a:xfrm>
                  <a:off x="11832060" y="347540"/>
                  <a:ext cx="27667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165" name="TextBox 164">
                  <a:extLst>
                    <a:ext uri="{FF2B5EF4-FFF2-40B4-BE49-F238E27FC236}">
                      <a16:creationId xmlns:a16="http://schemas.microsoft.com/office/drawing/2014/main" id="{B1EF24CE-C07C-DA08-CA05-48C5ACCDF14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832060" y="347540"/>
                  <a:ext cx="276679" cy="276999"/>
                </a:xfrm>
                <a:prstGeom prst="rect">
                  <a:avLst/>
                </a:prstGeom>
                <a:blipFill>
                  <a:blip r:embed="rId19"/>
                  <a:stretch>
                    <a:fillRect l="-22222" r="-8889" b="-2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541104D7-F9B5-4296-1B19-164D759B78B4}"/>
                </a:ext>
              </a:extLst>
            </p:cNvPr>
            <p:cNvSpPr/>
            <p:nvPr/>
          </p:nvSpPr>
          <p:spPr>
            <a:xfrm>
              <a:off x="8704639" y="942593"/>
              <a:ext cx="3484995" cy="274144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FD23EA9C-A110-1F70-1644-8880A7959999}"/>
                </a:ext>
              </a:extLst>
            </p:cNvPr>
            <p:cNvSpPr txBox="1"/>
            <p:nvPr/>
          </p:nvSpPr>
          <p:spPr>
            <a:xfrm>
              <a:off x="10177118" y="911848"/>
              <a:ext cx="54271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/>
                <a:t>FC2</a:t>
              </a:r>
            </a:p>
          </p:txBody>
        </p:sp>
        <p:grpSp>
          <p:nvGrpSpPr>
            <p:cNvPr id="171" name="Group 170">
              <a:extLst>
                <a:ext uri="{FF2B5EF4-FFF2-40B4-BE49-F238E27FC236}">
                  <a16:creationId xmlns:a16="http://schemas.microsoft.com/office/drawing/2014/main" id="{277FCACE-2240-990A-7703-1990115A9098}"/>
                </a:ext>
              </a:extLst>
            </p:cNvPr>
            <p:cNvGrpSpPr/>
            <p:nvPr/>
          </p:nvGrpSpPr>
          <p:grpSpPr>
            <a:xfrm>
              <a:off x="8907943" y="662775"/>
              <a:ext cx="3070297" cy="216942"/>
              <a:chOff x="7205122" y="1736796"/>
              <a:chExt cx="3070297" cy="545514"/>
            </a:xfrm>
          </p:grpSpPr>
          <p:cxnSp>
            <p:nvCxnSpPr>
              <p:cNvPr id="172" name="Straight Arrow Connector 171">
                <a:extLst>
                  <a:ext uri="{FF2B5EF4-FFF2-40B4-BE49-F238E27FC236}">
                    <a16:creationId xmlns:a16="http://schemas.microsoft.com/office/drawing/2014/main" id="{4E41FF7F-0C40-B1C9-96AC-6188E0848EC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205122" y="1736796"/>
                <a:ext cx="0" cy="545514"/>
              </a:xfrm>
              <a:prstGeom prst="straightConnector1">
                <a:avLst/>
              </a:prstGeom>
              <a:ln>
                <a:solidFill>
                  <a:schemeClr val="bg1">
                    <a:lumMod val="75000"/>
                  </a:schemeClr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3" name="Straight Arrow Connector 172">
                <a:extLst>
                  <a:ext uri="{FF2B5EF4-FFF2-40B4-BE49-F238E27FC236}">
                    <a16:creationId xmlns:a16="http://schemas.microsoft.com/office/drawing/2014/main" id="{F75BA5DD-A7FA-76E9-2560-6117A0F613C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255934" y="1736796"/>
                <a:ext cx="0" cy="545514"/>
              </a:xfrm>
              <a:prstGeom prst="straightConnector1">
                <a:avLst/>
              </a:prstGeom>
              <a:ln>
                <a:solidFill>
                  <a:schemeClr val="bg1">
                    <a:lumMod val="75000"/>
                  </a:schemeClr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4" name="Straight Arrow Connector 173">
                <a:extLst>
                  <a:ext uri="{FF2B5EF4-FFF2-40B4-BE49-F238E27FC236}">
                    <a16:creationId xmlns:a16="http://schemas.microsoft.com/office/drawing/2014/main" id="{5946F5DD-9B0F-350C-8C60-34137461612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275419" y="1736796"/>
                <a:ext cx="0" cy="545514"/>
              </a:xfrm>
              <a:prstGeom prst="straightConnector1">
                <a:avLst/>
              </a:prstGeom>
              <a:ln>
                <a:solidFill>
                  <a:schemeClr val="bg1">
                    <a:lumMod val="75000"/>
                  </a:schemeClr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76" name="Rectangle 175">
              <a:extLst>
                <a:ext uri="{FF2B5EF4-FFF2-40B4-BE49-F238E27FC236}">
                  <a16:creationId xmlns:a16="http://schemas.microsoft.com/office/drawing/2014/main" id="{E321562D-D654-B060-5AF1-6C0FCADFF202}"/>
                </a:ext>
              </a:extLst>
            </p:cNvPr>
            <p:cNvSpPr/>
            <p:nvPr/>
          </p:nvSpPr>
          <p:spPr>
            <a:xfrm>
              <a:off x="8321481" y="1377962"/>
              <a:ext cx="4117468" cy="920159"/>
            </a:xfrm>
            <a:prstGeom prst="rect">
              <a:avLst/>
            </a:prstGeom>
            <a:noFill/>
            <a:ln>
              <a:solidFill>
                <a:schemeClr val="accent6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52" name="Group 251">
              <a:extLst>
                <a:ext uri="{FF2B5EF4-FFF2-40B4-BE49-F238E27FC236}">
                  <a16:creationId xmlns:a16="http://schemas.microsoft.com/office/drawing/2014/main" id="{AB73F0EB-6F61-491D-62EE-A344BAC6A86A}"/>
                </a:ext>
              </a:extLst>
            </p:cNvPr>
            <p:cNvGrpSpPr/>
            <p:nvPr/>
          </p:nvGrpSpPr>
          <p:grpSpPr>
            <a:xfrm>
              <a:off x="7637231" y="1513797"/>
              <a:ext cx="396310" cy="437734"/>
              <a:chOff x="548513" y="2563354"/>
              <a:chExt cx="396310" cy="437734"/>
            </a:xfrm>
            <a:solidFill>
              <a:schemeClr val="accent6">
                <a:lumMod val="40000"/>
                <a:lumOff val="60000"/>
              </a:schemeClr>
            </a:solidFill>
          </p:grpSpPr>
          <p:sp>
            <p:nvSpPr>
              <p:cNvPr id="253" name="Rectangle 252">
                <a:extLst>
                  <a:ext uri="{FF2B5EF4-FFF2-40B4-BE49-F238E27FC236}">
                    <a16:creationId xmlns:a16="http://schemas.microsoft.com/office/drawing/2014/main" id="{7E7BE626-EB79-3B95-39C7-B2FEF5394F51}"/>
                  </a:ext>
                </a:extLst>
              </p:cNvPr>
              <p:cNvSpPr/>
              <p:nvPr/>
            </p:nvSpPr>
            <p:spPr>
              <a:xfrm>
                <a:off x="548513" y="2563354"/>
                <a:ext cx="396310" cy="43773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54" name="TextBox 253">
                    <a:extLst>
                      <a:ext uri="{FF2B5EF4-FFF2-40B4-BE49-F238E27FC236}">
                        <a16:creationId xmlns:a16="http://schemas.microsoft.com/office/drawing/2014/main" id="{CCF287F8-35D4-F683-9DFF-6DCB8DD5B754}"/>
                      </a:ext>
                    </a:extLst>
                  </p:cNvPr>
                  <p:cNvSpPr txBox="1"/>
                  <p:nvPr/>
                </p:nvSpPr>
                <p:spPr>
                  <a:xfrm>
                    <a:off x="605636" y="2643722"/>
                    <a:ext cx="255583" cy="276999"/>
                  </a:xfrm>
                  <a:prstGeom prst="rect">
                    <a:avLst/>
                  </a:prstGeom>
                  <a:grp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oMath>
                      </m:oMathPara>
                    </a14:m>
                    <a:endParaRPr lang="en-US" b="0" dirty="0"/>
                  </a:p>
                </p:txBody>
              </p:sp>
            </mc:Choice>
            <mc:Fallback>
              <p:sp>
                <p:nvSpPr>
                  <p:cNvPr id="254" name="TextBox 253">
                    <a:extLst>
                      <a:ext uri="{FF2B5EF4-FFF2-40B4-BE49-F238E27FC236}">
                        <a16:creationId xmlns:a16="http://schemas.microsoft.com/office/drawing/2014/main" id="{CCF287F8-35D4-F683-9DFF-6DCB8DD5B75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05636" y="2643722"/>
                    <a:ext cx="255583" cy="276999"/>
                  </a:xfrm>
                  <a:prstGeom prst="rect">
                    <a:avLst/>
                  </a:prstGeom>
                  <a:blipFill>
                    <a:blip r:embed="rId20"/>
                    <a:stretch>
                      <a:fillRect l="-14286" r="-9524" b="-15556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255" name="Straight Arrow Connector 254">
              <a:extLst>
                <a:ext uri="{FF2B5EF4-FFF2-40B4-BE49-F238E27FC236}">
                  <a16:creationId xmlns:a16="http://schemas.microsoft.com/office/drawing/2014/main" id="{E0CD31B9-B8D9-10CA-27A1-A17D92D226FF}"/>
                </a:ext>
              </a:extLst>
            </p:cNvPr>
            <p:cNvCxnSpPr>
              <a:cxnSpLocks/>
            </p:cNvCxnSpPr>
            <p:nvPr/>
          </p:nvCxnSpPr>
          <p:spPr>
            <a:xfrm>
              <a:off x="7165229" y="1756886"/>
              <a:ext cx="426968" cy="0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8317694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D77A20-3C6A-37AD-76FF-A238716176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" name="Group 72">
            <a:extLst>
              <a:ext uri="{FF2B5EF4-FFF2-40B4-BE49-F238E27FC236}">
                <a16:creationId xmlns:a16="http://schemas.microsoft.com/office/drawing/2014/main" id="{19F74122-3027-D422-1861-A1A9FDB5811F}"/>
              </a:ext>
            </a:extLst>
          </p:cNvPr>
          <p:cNvGrpSpPr/>
          <p:nvPr/>
        </p:nvGrpSpPr>
        <p:grpSpPr>
          <a:xfrm>
            <a:off x="-157462" y="1028935"/>
            <a:ext cx="12506924" cy="3059976"/>
            <a:chOff x="-157462" y="1028935"/>
            <a:chExt cx="12506924" cy="3059976"/>
          </a:xfrm>
        </p:grpSpPr>
        <p:cxnSp>
          <p:nvCxnSpPr>
            <p:cNvPr id="39" name="Connector: Elbow 38">
              <a:extLst>
                <a:ext uri="{FF2B5EF4-FFF2-40B4-BE49-F238E27FC236}">
                  <a16:creationId xmlns:a16="http://schemas.microsoft.com/office/drawing/2014/main" id="{49C7AA53-C1E1-D0AF-7CA0-CE092F4C32F4}"/>
                </a:ext>
              </a:extLst>
            </p:cNvPr>
            <p:cNvCxnSpPr>
              <a:cxnSpLocks/>
            </p:cNvCxnSpPr>
            <p:nvPr/>
          </p:nvCxnSpPr>
          <p:spPr>
            <a:xfrm>
              <a:off x="10062220" y="1228988"/>
              <a:ext cx="787825" cy="2629089"/>
            </a:xfrm>
            <a:prstGeom prst="bentConnector3">
              <a:avLst/>
            </a:prstGeom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nector: Elbow 10">
              <a:extLst>
                <a:ext uri="{FF2B5EF4-FFF2-40B4-BE49-F238E27FC236}">
                  <a16:creationId xmlns:a16="http://schemas.microsoft.com/office/drawing/2014/main" id="{B8528089-2900-FE0D-F38B-3F332FFC20A6}"/>
                </a:ext>
              </a:extLst>
            </p:cNvPr>
            <p:cNvCxnSpPr>
              <a:cxnSpLocks/>
              <a:stCxn id="159" idx="3"/>
              <a:endCxn id="15" idx="1"/>
            </p:cNvCxnSpPr>
            <p:nvPr/>
          </p:nvCxnSpPr>
          <p:spPr>
            <a:xfrm>
              <a:off x="8943632" y="1228990"/>
              <a:ext cx="849035" cy="2629089"/>
            </a:xfrm>
            <a:prstGeom prst="bentConnector3">
              <a:avLst/>
            </a:prstGeom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79EF28EF-3039-4568-A553-3E40D8871D6F}"/>
                    </a:ext>
                  </a:extLst>
                </p:cNvPr>
                <p:cNvSpPr txBox="1"/>
                <p:nvPr/>
              </p:nvSpPr>
              <p:spPr>
                <a:xfrm>
                  <a:off x="679277" y="3743242"/>
                  <a:ext cx="70371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:r>
                    <a:rPr lang="en-US" b="0" dirty="0"/>
                    <a:t>(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a14:m>
                  <a:r>
                    <a:rPr lang="en-US" b="0" dirty="0"/>
                    <a:t>)</a:t>
                  </a:r>
                </a:p>
              </p:txBody>
            </p:sp>
          </mc:Choice>
          <mc:Fallback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79EF28EF-3039-4568-A553-3E40D8871D6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9277" y="3743242"/>
                  <a:ext cx="703719" cy="276999"/>
                </a:xfrm>
                <a:prstGeom prst="rect">
                  <a:avLst/>
                </a:prstGeom>
                <a:blipFill>
                  <a:blip r:embed="rId2"/>
                  <a:stretch>
                    <a:fillRect l="-19828" t="-26667" r="-18966" b="-5555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A14B73BC-FCEA-52AA-B381-70EBC26C91A0}"/>
                </a:ext>
              </a:extLst>
            </p:cNvPr>
            <p:cNvGrpSpPr/>
            <p:nvPr/>
          </p:nvGrpSpPr>
          <p:grpSpPr>
            <a:xfrm>
              <a:off x="-157462" y="2306634"/>
              <a:ext cx="396310" cy="437734"/>
              <a:chOff x="548513" y="2563354"/>
              <a:chExt cx="396310" cy="437734"/>
            </a:xfrm>
            <a:solidFill>
              <a:srgbClr val="FFBCA7"/>
            </a:solidFill>
          </p:grpSpPr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D4305F83-C080-CC89-B553-E29AFCD038B9}"/>
                  </a:ext>
                </a:extLst>
              </p:cNvPr>
              <p:cNvSpPr/>
              <p:nvPr/>
            </p:nvSpPr>
            <p:spPr>
              <a:xfrm>
                <a:off x="548513" y="2563354"/>
                <a:ext cx="396310" cy="43773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0" name="TextBox 19">
                    <a:extLst>
                      <a:ext uri="{FF2B5EF4-FFF2-40B4-BE49-F238E27FC236}">
                        <a16:creationId xmlns:a16="http://schemas.microsoft.com/office/drawing/2014/main" id="{D9506796-8BA6-3A1A-3A28-B8F33CED76E1}"/>
                      </a:ext>
                    </a:extLst>
                  </p:cNvPr>
                  <p:cNvSpPr txBox="1"/>
                  <p:nvPr/>
                </p:nvSpPr>
                <p:spPr>
                  <a:xfrm>
                    <a:off x="605636" y="2643722"/>
                    <a:ext cx="282065" cy="276999"/>
                  </a:xfrm>
                  <a:prstGeom prst="rect">
                    <a:avLst/>
                  </a:prstGeom>
                  <a:grp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oMath>
                      </m:oMathPara>
                    </a14:m>
                    <a:endParaRPr lang="en-US" b="0" dirty="0"/>
                  </a:p>
                </p:txBody>
              </p:sp>
            </mc:Choice>
            <mc:Fallback>
              <p:sp>
                <p:nvSpPr>
                  <p:cNvPr id="20" name="TextBox 19">
                    <a:extLst>
                      <a:ext uri="{FF2B5EF4-FFF2-40B4-BE49-F238E27FC236}">
                        <a16:creationId xmlns:a16="http://schemas.microsoft.com/office/drawing/2014/main" id="{D9506796-8BA6-3A1A-3A28-B8F33CED76E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05636" y="2643722"/>
                    <a:ext cx="282065" cy="276999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l="-21739" r="-8696" b="-15556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3D0C0E97-3F32-D425-3E77-C8D26F39459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60020" y="2855706"/>
              <a:ext cx="0" cy="809491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B2AC34DA-6539-9731-DEBD-9AB20C3767CA}"/>
                </a:ext>
              </a:extLst>
            </p:cNvPr>
            <p:cNvCxnSpPr>
              <a:cxnSpLocks/>
            </p:cNvCxnSpPr>
            <p:nvPr/>
          </p:nvCxnSpPr>
          <p:spPr>
            <a:xfrm>
              <a:off x="346005" y="2525501"/>
              <a:ext cx="451551" cy="0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9E1790FA-9E26-066A-9915-2B904BFA149A}"/>
                </a:ext>
              </a:extLst>
            </p:cNvPr>
            <p:cNvGrpSpPr/>
            <p:nvPr/>
          </p:nvGrpSpPr>
          <p:grpSpPr>
            <a:xfrm>
              <a:off x="885070" y="2306634"/>
              <a:ext cx="396310" cy="437734"/>
              <a:chOff x="548513" y="2563354"/>
              <a:chExt cx="396310" cy="437734"/>
            </a:xfrm>
            <a:solidFill>
              <a:srgbClr val="FFBCA7"/>
            </a:solidFill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BC30E25D-9B2C-4474-4623-8E255421083D}"/>
                  </a:ext>
                </a:extLst>
              </p:cNvPr>
              <p:cNvSpPr/>
              <p:nvPr/>
            </p:nvSpPr>
            <p:spPr>
              <a:xfrm>
                <a:off x="548513" y="2563354"/>
                <a:ext cx="396310" cy="43773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1" name="TextBox 20">
                    <a:extLst>
                      <a:ext uri="{FF2B5EF4-FFF2-40B4-BE49-F238E27FC236}">
                        <a16:creationId xmlns:a16="http://schemas.microsoft.com/office/drawing/2014/main" id="{7D89A9CD-C9EF-47B5-CDA3-37FD9179DC56}"/>
                      </a:ext>
                    </a:extLst>
                  </p:cNvPr>
                  <p:cNvSpPr txBox="1"/>
                  <p:nvPr/>
                </p:nvSpPr>
                <p:spPr>
                  <a:xfrm>
                    <a:off x="605636" y="2643722"/>
                    <a:ext cx="276742" cy="276999"/>
                  </a:xfrm>
                  <a:prstGeom prst="rect">
                    <a:avLst/>
                  </a:prstGeom>
                  <a:grp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US" b="0" dirty="0"/>
                  </a:p>
                </p:txBody>
              </p:sp>
            </mc:Choice>
            <mc:Fallback>
              <p:sp>
                <p:nvSpPr>
                  <p:cNvPr id="21" name="TextBox 20">
                    <a:extLst>
                      <a:ext uri="{FF2B5EF4-FFF2-40B4-BE49-F238E27FC236}">
                        <a16:creationId xmlns:a16="http://schemas.microsoft.com/office/drawing/2014/main" id="{7D89A9CD-C9EF-47B5-CDA3-37FD9179DC5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05636" y="2643722"/>
                    <a:ext cx="276742" cy="276999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l="-22222" r="-8889" b="-15556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8478008D-A736-82FF-B77D-BF2785AB6DFB}"/>
                    </a:ext>
                  </a:extLst>
                </p:cNvPr>
                <p:cNvSpPr txBox="1"/>
                <p:nvPr/>
              </p:nvSpPr>
              <p:spPr>
                <a:xfrm>
                  <a:off x="1721809" y="3743242"/>
                  <a:ext cx="693075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:r>
                    <a:rPr lang="en-US" b="0" dirty="0"/>
                    <a:t>(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a14:m>
                  <a:r>
                    <a:rPr lang="en-US" b="0" dirty="0"/>
                    <a:t>)</a:t>
                  </a:r>
                </a:p>
              </p:txBody>
            </p:sp>
          </mc:Choice>
          <mc:Fallback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8478008D-A736-82FF-B77D-BF2785AB6DF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21809" y="3743242"/>
                  <a:ext cx="693075" cy="276999"/>
                </a:xfrm>
                <a:prstGeom prst="rect">
                  <a:avLst/>
                </a:prstGeom>
                <a:blipFill>
                  <a:blip r:embed="rId5"/>
                  <a:stretch>
                    <a:fillRect l="-20175" t="-26667" r="-20175" b="-5555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BB443E55-03B6-B943-22FC-279F5ED55D8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02552" y="2855706"/>
              <a:ext cx="0" cy="809491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2FE3E78C-564B-FF19-0BC4-72CBBA6E4FC9}"/>
                </a:ext>
              </a:extLst>
            </p:cNvPr>
            <p:cNvCxnSpPr>
              <a:cxnSpLocks/>
            </p:cNvCxnSpPr>
            <p:nvPr/>
          </p:nvCxnSpPr>
          <p:spPr>
            <a:xfrm>
              <a:off x="1388537" y="2525501"/>
              <a:ext cx="451551" cy="0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D8D15D28-0055-60BA-1C20-7D909CDF06DD}"/>
                </a:ext>
              </a:extLst>
            </p:cNvPr>
            <p:cNvGrpSpPr/>
            <p:nvPr/>
          </p:nvGrpSpPr>
          <p:grpSpPr>
            <a:xfrm>
              <a:off x="1927602" y="2306634"/>
              <a:ext cx="396310" cy="437734"/>
              <a:chOff x="548513" y="2563354"/>
              <a:chExt cx="396310" cy="437734"/>
            </a:xfrm>
            <a:solidFill>
              <a:srgbClr val="FFBCA7"/>
            </a:solidFill>
          </p:grpSpPr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2CD7C205-83A4-BC77-267C-E337A57E6266}"/>
                  </a:ext>
                </a:extLst>
              </p:cNvPr>
              <p:cNvSpPr/>
              <p:nvPr/>
            </p:nvSpPr>
            <p:spPr>
              <a:xfrm>
                <a:off x="548513" y="2563354"/>
                <a:ext cx="396310" cy="43773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49" name="TextBox 48">
                    <a:extLst>
                      <a:ext uri="{FF2B5EF4-FFF2-40B4-BE49-F238E27FC236}">
                        <a16:creationId xmlns:a16="http://schemas.microsoft.com/office/drawing/2014/main" id="{A2AAFE4A-BB11-3CF2-B3F4-1BF90A86B114}"/>
                      </a:ext>
                    </a:extLst>
                  </p:cNvPr>
                  <p:cNvSpPr txBox="1"/>
                  <p:nvPr/>
                </p:nvSpPr>
                <p:spPr>
                  <a:xfrm>
                    <a:off x="605636" y="2643722"/>
                    <a:ext cx="282065" cy="276999"/>
                  </a:xfrm>
                  <a:prstGeom prst="rect">
                    <a:avLst/>
                  </a:prstGeom>
                  <a:grp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US" b="0" dirty="0"/>
                  </a:p>
                </p:txBody>
              </p:sp>
            </mc:Choice>
            <mc:Fallback>
              <p:sp>
                <p:nvSpPr>
                  <p:cNvPr id="49" name="TextBox 48">
                    <a:extLst>
                      <a:ext uri="{FF2B5EF4-FFF2-40B4-BE49-F238E27FC236}">
                        <a16:creationId xmlns:a16="http://schemas.microsoft.com/office/drawing/2014/main" id="{A2AAFE4A-BB11-3CF2-B3F4-1BF90A86B11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05636" y="2643722"/>
                    <a:ext cx="282065" cy="276999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l="-21739" r="-8696" b="-15556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ABD5658F-ADD1-5EF8-A485-E89A5C750788}"/>
                    </a:ext>
                  </a:extLst>
                </p:cNvPr>
                <p:cNvSpPr txBox="1"/>
                <p:nvPr/>
              </p:nvSpPr>
              <p:spPr>
                <a:xfrm>
                  <a:off x="2725431" y="3743242"/>
                  <a:ext cx="70371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:r>
                    <a:rPr lang="en-US" b="0" dirty="0"/>
                    <a:t>(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a14:m>
                  <a:r>
                    <a:rPr lang="en-US" b="0" dirty="0"/>
                    <a:t>)</a:t>
                  </a:r>
                </a:p>
              </p:txBody>
            </p:sp>
          </mc:Choice>
          <mc:Fallback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ABD5658F-ADD1-5EF8-A485-E89A5C75078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25431" y="3743242"/>
                  <a:ext cx="703719" cy="276999"/>
                </a:xfrm>
                <a:prstGeom prst="rect">
                  <a:avLst/>
                </a:prstGeom>
                <a:blipFill>
                  <a:blip r:embed="rId7"/>
                  <a:stretch>
                    <a:fillRect l="-19828" t="-26667" r="-18966" b="-5555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1" name="Straight Arrow Connector 50">
              <a:extLst>
                <a:ext uri="{FF2B5EF4-FFF2-40B4-BE49-F238E27FC236}">
                  <a16:creationId xmlns:a16="http://schemas.microsoft.com/office/drawing/2014/main" id="{D09C05C2-CE8A-3D62-365D-BB3CD4370A5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06174" y="2855706"/>
              <a:ext cx="0" cy="809491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Arrow Connector 51">
              <a:extLst>
                <a:ext uri="{FF2B5EF4-FFF2-40B4-BE49-F238E27FC236}">
                  <a16:creationId xmlns:a16="http://schemas.microsoft.com/office/drawing/2014/main" id="{8B79D805-BD01-1C6E-5409-B1861ABBCECA}"/>
                </a:ext>
              </a:extLst>
            </p:cNvPr>
            <p:cNvCxnSpPr>
              <a:cxnSpLocks/>
            </p:cNvCxnSpPr>
            <p:nvPr/>
          </p:nvCxnSpPr>
          <p:spPr>
            <a:xfrm>
              <a:off x="2392159" y="2525501"/>
              <a:ext cx="451551" cy="0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1F02F6F1-7910-C2E4-CCC1-C2F8B1BC2CF9}"/>
                </a:ext>
              </a:extLst>
            </p:cNvPr>
            <p:cNvGrpSpPr/>
            <p:nvPr/>
          </p:nvGrpSpPr>
          <p:grpSpPr>
            <a:xfrm>
              <a:off x="2931224" y="2306634"/>
              <a:ext cx="396310" cy="437734"/>
              <a:chOff x="548513" y="2563354"/>
              <a:chExt cx="396310" cy="437734"/>
            </a:xfrm>
            <a:solidFill>
              <a:srgbClr val="FFBCA7"/>
            </a:solidFill>
          </p:grpSpPr>
          <p:sp>
            <p:nvSpPr>
              <p:cNvPr id="54" name="Rectangle 53">
                <a:extLst>
                  <a:ext uri="{FF2B5EF4-FFF2-40B4-BE49-F238E27FC236}">
                    <a16:creationId xmlns:a16="http://schemas.microsoft.com/office/drawing/2014/main" id="{740F7F92-4F78-1670-FB5E-5A821C803B4F}"/>
                  </a:ext>
                </a:extLst>
              </p:cNvPr>
              <p:cNvSpPr/>
              <p:nvPr/>
            </p:nvSpPr>
            <p:spPr>
              <a:xfrm>
                <a:off x="548513" y="2563354"/>
                <a:ext cx="396310" cy="43773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55" name="TextBox 54">
                    <a:extLst>
                      <a:ext uri="{FF2B5EF4-FFF2-40B4-BE49-F238E27FC236}">
                        <a16:creationId xmlns:a16="http://schemas.microsoft.com/office/drawing/2014/main" id="{9A8A1ADA-DB46-99A0-F404-165BE8BBC3BD}"/>
                      </a:ext>
                    </a:extLst>
                  </p:cNvPr>
                  <p:cNvSpPr txBox="1"/>
                  <p:nvPr/>
                </p:nvSpPr>
                <p:spPr>
                  <a:xfrm>
                    <a:off x="605636" y="2643722"/>
                    <a:ext cx="282065" cy="276999"/>
                  </a:xfrm>
                  <a:prstGeom prst="rect">
                    <a:avLst/>
                  </a:prstGeom>
                  <a:grp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oMath>
                      </m:oMathPara>
                    </a14:m>
                    <a:endParaRPr lang="en-US" b="0" dirty="0"/>
                  </a:p>
                </p:txBody>
              </p:sp>
            </mc:Choice>
            <mc:Fallback>
              <p:sp>
                <p:nvSpPr>
                  <p:cNvPr id="55" name="TextBox 54">
                    <a:extLst>
                      <a:ext uri="{FF2B5EF4-FFF2-40B4-BE49-F238E27FC236}">
                        <a16:creationId xmlns:a16="http://schemas.microsoft.com/office/drawing/2014/main" id="{9A8A1ADA-DB46-99A0-F404-165BE8BBC3B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05636" y="2643722"/>
                    <a:ext cx="282065" cy="276999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l="-21739" r="-8696" b="-15556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17011436-9AA1-2326-816D-746E05F77C71}"/>
                    </a:ext>
                  </a:extLst>
                </p:cNvPr>
                <p:cNvSpPr txBox="1"/>
                <p:nvPr/>
              </p:nvSpPr>
              <p:spPr>
                <a:xfrm>
                  <a:off x="3766420" y="3743242"/>
                  <a:ext cx="70371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:r>
                    <a:rPr lang="en-US" b="0" dirty="0"/>
                    <a:t>(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a14:m>
                  <a:r>
                    <a:rPr lang="en-US" b="0" dirty="0"/>
                    <a:t>)</a:t>
                  </a:r>
                </a:p>
              </p:txBody>
            </p:sp>
          </mc:Choice>
          <mc:Fallback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17011436-9AA1-2326-816D-746E05F77C7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66420" y="3743242"/>
                  <a:ext cx="703719" cy="276999"/>
                </a:xfrm>
                <a:prstGeom prst="rect">
                  <a:avLst/>
                </a:prstGeom>
                <a:blipFill>
                  <a:blip r:embed="rId9"/>
                  <a:stretch>
                    <a:fillRect l="-20870" t="-26667" r="-19130" b="-5555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7" name="Straight Arrow Connector 56">
              <a:extLst>
                <a:ext uri="{FF2B5EF4-FFF2-40B4-BE49-F238E27FC236}">
                  <a16:creationId xmlns:a16="http://schemas.microsoft.com/office/drawing/2014/main" id="{51430592-23A0-B027-FF3F-6C3C6FFFA5C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147163" y="2855706"/>
              <a:ext cx="0" cy="809491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Arrow Connector 57">
              <a:extLst>
                <a:ext uri="{FF2B5EF4-FFF2-40B4-BE49-F238E27FC236}">
                  <a16:creationId xmlns:a16="http://schemas.microsoft.com/office/drawing/2014/main" id="{A367AF4F-39D0-5F16-5AAE-F0C976785A18}"/>
                </a:ext>
              </a:extLst>
            </p:cNvPr>
            <p:cNvCxnSpPr>
              <a:cxnSpLocks/>
            </p:cNvCxnSpPr>
            <p:nvPr/>
          </p:nvCxnSpPr>
          <p:spPr>
            <a:xfrm>
              <a:off x="3433148" y="2525501"/>
              <a:ext cx="451551" cy="0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9" name="Group 58">
              <a:extLst>
                <a:ext uri="{FF2B5EF4-FFF2-40B4-BE49-F238E27FC236}">
                  <a16:creationId xmlns:a16="http://schemas.microsoft.com/office/drawing/2014/main" id="{F4629AEB-25A8-E527-5C89-C17548050B43}"/>
                </a:ext>
              </a:extLst>
            </p:cNvPr>
            <p:cNvGrpSpPr/>
            <p:nvPr/>
          </p:nvGrpSpPr>
          <p:grpSpPr>
            <a:xfrm>
              <a:off x="3972213" y="2306634"/>
              <a:ext cx="396310" cy="437734"/>
              <a:chOff x="548513" y="2563354"/>
              <a:chExt cx="396310" cy="437734"/>
            </a:xfrm>
            <a:solidFill>
              <a:srgbClr val="FFBCA7"/>
            </a:solidFill>
          </p:grpSpPr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CFC33821-8C62-B1FF-4587-AE7DB2557A28}"/>
                  </a:ext>
                </a:extLst>
              </p:cNvPr>
              <p:cNvSpPr/>
              <p:nvPr/>
            </p:nvSpPr>
            <p:spPr>
              <a:xfrm>
                <a:off x="548513" y="2563354"/>
                <a:ext cx="396310" cy="43773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61" name="TextBox 60">
                    <a:extLst>
                      <a:ext uri="{FF2B5EF4-FFF2-40B4-BE49-F238E27FC236}">
                        <a16:creationId xmlns:a16="http://schemas.microsoft.com/office/drawing/2014/main" id="{64311C5A-A136-565A-3A53-5C3D61E0E229}"/>
                      </a:ext>
                    </a:extLst>
                  </p:cNvPr>
                  <p:cNvSpPr txBox="1"/>
                  <p:nvPr/>
                </p:nvSpPr>
                <p:spPr>
                  <a:xfrm>
                    <a:off x="605636" y="2643722"/>
                    <a:ext cx="282065" cy="276999"/>
                  </a:xfrm>
                  <a:prstGeom prst="rect">
                    <a:avLst/>
                  </a:prstGeom>
                  <a:grp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oMath>
                      </m:oMathPara>
                    </a14:m>
                    <a:endParaRPr lang="en-US" b="0" dirty="0"/>
                  </a:p>
                </p:txBody>
              </p:sp>
            </mc:Choice>
            <mc:Fallback>
              <p:sp>
                <p:nvSpPr>
                  <p:cNvPr id="61" name="TextBox 60">
                    <a:extLst>
                      <a:ext uri="{FF2B5EF4-FFF2-40B4-BE49-F238E27FC236}">
                        <a16:creationId xmlns:a16="http://schemas.microsoft.com/office/drawing/2014/main" id="{64311C5A-A136-565A-3A53-5C3D61E0E22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05636" y="2643722"/>
                    <a:ext cx="282065" cy="276999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l="-21739" r="-8696" b="-15556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1E73ECE9-2FB0-7F7D-CF28-04E09E9918E1}"/>
                </a:ext>
              </a:extLst>
            </p:cNvPr>
            <p:cNvSpPr/>
            <p:nvPr/>
          </p:nvSpPr>
          <p:spPr>
            <a:xfrm>
              <a:off x="514369" y="2120894"/>
              <a:ext cx="4181545" cy="920158"/>
            </a:xfrm>
            <a:prstGeom prst="rect">
              <a:avLst/>
            </a:prstGeom>
            <a:noFill/>
            <a:ln>
              <a:solidFill>
                <a:srgbClr val="FFBCA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63" name="Straight Arrow Connector 62">
              <a:extLst>
                <a:ext uri="{FF2B5EF4-FFF2-40B4-BE49-F238E27FC236}">
                  <a16:creationId xmlns:a16="http://schemas.microsoft.com/office/drawing/2014/main" id="{5FE6B58D-7A50-93B2-5AF4-66D8F5BD0AA0}"/>
                </a:ext>
              </a:extLst>
            </p:cNvPr>
            <p:cNvCxnSpPr>
              <a:cxnSpLocks/>
            </p:cNvCxnSpPr>
            <p:nvPr/>
          </p:nvCxnSpPr>
          <p:spPr>
            <a:xfrm>
              <a:off x="4470139" y="2525501"/>
              <a:ext cx="582972" cy="0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5863809A-84F6-0A45-33EA-52D706999F1F}"/>
                </a:ext>
              </a:extLst>
            </p:cNvPr>
            <p:cNvSpPr txBox="1"/>
            <p:nvPr/>
          </p:nvSpPr>
          <p:spPr>
            <a:xfrm>
              <a:off x="4525363" y="3719579"/>
              <a:ext cx="157876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Static inputs</a:t>
              </a:r>
            </a:p>
          </p:txBody>
        </p:sp>
        <p:cxnSp>
          <p:nvCxnSpPr>
            <p:cNvPr id="68" name="Straight Arrow Connector 67">
              <a:extLst>
                <a:ext uri="{FF2B5EF4-FFF2-40B4-BE49-F238E27FC236}">
                  <a16:creationId xmlns:a16="http://schemas.microsoft.com/office/drawing/2014/main" id="{26D176E6-42C6-6AE9-C503-D615607C979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32181" y="2822218"/>
              <a:ext cx="0" cy="809491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0770FB81-16E5-74B5-A631-5A008A2299F6}"/>
                </a:ext>
              </a:extLst>
            </p:cNvPr>
            <p:cNvSpPr txBox="1"/>
            <p:nvPr/>
          </p:nvSpPr>
          <p:spPr>
            <a:xfrm>
              <a:off x="5811238" y="1990688"/>
              <a:ext cx="160729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 err="1">
                  <a:solidFill>
                    <a:schemeClr val="bg1">
                      <a:lumMod val="65000"/>
                    </a:schemeClr>
                  </a:solidFill>
                </a:rPr>
                <a:t>ReLU</a:t>
              </a:r>
              <a:endParaRPr lang="en-US" sz="1200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7F2E4D23-8D6E-9CF0-D358-9CB2E692E74B}"/>
                </a:ext>
              </a:extLst>
            </p:cNvPr>
            <p:cNvSpPr/>
            <p:nvPr/>
          </p:nvSpPr>
          <p:spPr>
            <a:xfrm>
              <a:off x="6205271" y="2267687"/>
              <a:ext cx="784369" cy="437734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2418779B-1108-62C2-FC35-38E60865B90A}"/>
                </a:ext>
              </a:extLst>
            </p:cNvPr>
            <p:cNvSpPr txBox="1"/>
            <p:nvPr/>
          </p:nvSpPr>
          <p:spPr>
            <a:xfrm>
              <a:off x="6343531" y="2337608"/>
              <a:ext cx="54271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/>
                <a:t>FC1</a:t>
              </a:r>
            </a:p>
          </p:txBody>
        </p:sp>
        <p:cxnSp>
          <p:nvCxnSpPr>
            <p:cNvPr id="72" name="Straight Arrow Connector 71">
              <a:extLst>
                <a:ext uri="{FF2B5EF4-FFF2-40B4-BE49-F238E27FC236}">
                  <a16:creationId xmlns:a16="http://schemas.microsoft.com/office/drawing/2014/main" id="{D6FDE79A-B992-8A4B-5FA4-BD9FD28642BA}"/>
                </a:ext>
              </a:extLst>
            </p:cNvPr>
            <p:cNvCxnSpPr>
              <a:cxnSpLocks/>
            </p:cNvCxnSpPr>
            <p:nvPr/>
          </p:nvCxnSpPr>
          <p:spPr>
            <a:xfrm>
              <a:off x="8018510" y="2486554"/>
              <a:ext cx="426968" cy="0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8" name="Oval 77">
              <a:extLst>
                <a:ext uri="{FF2B5EF4-FFF2-40B4-BE49-F238E27FC236}">
                  <a16:creationId xmlns:a16="http://schemas.microsoft.com/office/drawing/2014/main" id="{A0FC8584-790F-67F6-2035-9729C47BB699}"/>
                </a:ext>
              </a:extLst>
            </p:cNvPr>
            <p:cNvSpPr/>
            <p:nvPr/>
          </p:nvSpPr>
          <p:spPr>
            <a:xfrm>
              <a:off x="5116297" y="2304439"/>
              <a:ext cx="421481" cy="421481"/>
            </a:xfrm>
            <a:prstGeom prst="ellipse">
              <a:avLst/>
            </a:prstGeom>
            <a:noFill/>
            <a:ln>
              <a:solidFill>
                <a:schemeClr val="tx2">
                  <a:lumMod val="25000"/>
                  <a:lumOff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7E4E7429-69B6-8241-822E-C5A12667B320}"/>
                </a:ext>
              </a:extLst>
            </p:cNvPr>
            <p:cNvSpPr txBox="1"/>
            <p:nvPr/>
          </p:nvSpPr>
          <p:spPr>
            <a:xfrm>
              <a:off x="5194651" y="2256747"/>
              <a:ext cx="27372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dirty="0">
                  <a:solidFill>
                    <a:schemeClr val="tx2">
                      <a:lumMod val="25000"/>
                      <a:lumOff val="75000"/>
                    </a:schemeClr>
                  </a:solidFill>
                </a:rPr>
                <a:t>+</a:t>
              </a:r>
            </a:p>
          </p:txBody>
        </p:sp>
        <p:cxnSp>
          <p:nvCxnSpPr>
            <p:cNvPr id="80" name="Straight Arrow Connector 79">
              <a:extLst>
                <a:ext uri="{FF2B5EF4-FFF2-40B4-BE49-F238E27FC236}">
                  <a16:creationId xmlns:a16="http://schemas.microsoft.com/office/drawing/2014/main" id="{7A196F08-D546-FCBB-641F-DB940D214819}"/>
                </a:ext>
              </a:extLst>
            </p:cNvPr>
            <p:cNvCxnSpPr>
              <a:cxnSpLocks/>
            </p:cNvCxnSpPr>
            <p:nvPr/>
          </p:nvCxnSpPr>
          <p:spPr>
            <a:xfrm>
              <a:off x="5663876" y="2506885"/>
              <a:ext cx="440256" cy="0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F236C495-444F-BD31-1823-F4CE599AECF4}"/>
                </a:ext>
              </a:extLst>
            </p:cNvPr>
            <p:cNvGrpSpPr/>
            <p:nvPr/>
          </p:nvGrpSpPr>
          <p:grpSpPr>
            <a:xfrm>
              <a:off x="8615153" y="2256747"/>
              <a:ext cx="396310" cy="437734"/>
              <a:chOff x="548513" y="2563354"/>
              <a:chExt cx="396310" cy="437734"/>
            </a:xfrm>
            <a:solidFill>
              <a:schemeClr val="accent6">
                <a:lumMod val="40000"/>
                <a:lumOff val="60000"/>
              </a:schemeClr>
            </a:solidFill>
          </p:grpSpPr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9468A454-BE2C-56F9-2F73-1154E61E9E58}"/>
                  </a:ext>
                </a:extLst>
              </p:cNvPr>
              <p:cNvSpPr/>
              <p:nvPr/>
            </p:nvSpPr>
            <p:spPr>
              <a:xfrm>
                <a:off x="548513" y="2563354"/>
                <a:ext cx="396310" cy="43773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5" name="TextBox 4">
                    <a:extLst>
                      <a:ext uri="{FF2B5EF4-FFF2-40B4-BE49-F238E27FC236}">
                        <a16:creationId xmlns:a16="http://schemas.microsoft.com/office/drawing/2014/main" id="{9C079F35-DE7B-201A-D1A6-3886106618E6}"/>
                      </a:ext>
                    </a:extLst>
                  </p:cNvPr>
                  <p:cNvSpPr txBox="1"/>
                  <p:nvPr/>
                </p:nvSpPr>
                <p:spPr>
                  <a:xfrm>
                    <a:off x="605636" y="2643722"/>
                    <a:ext cx="250260" cy="276999"/>
                  </a:xfrm>
                  <a:prstGeom prst="rect">
                    <a:avLst/>
                  </a:prstGeom>
                  <a:grp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US" b="0" dirty="0"/>
                  </a:p>
                </p:txBody>
              </p:sp>
            </mc:Choice>
            <mc:Fallback>
              <p:sp>
                <p:nvSpPr>
                  <p:cNvPr id="5" name="TextBox 4">
                    <a:extLst>
                      <a:ext uri="{FF2B5EF4-FFF2-40B4-BE49-F238E27FC236}">
                        <a16:creationId xmlns:a16="http://schemas.microsoft.com/office/drawing/2014/main" id="{9C079F35-DE7B-201A-D1A6-3886106618E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05636" y="2643722"/>
                    <a:ext cx="250260" cy="276999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 l="-14634" r="-9756" b="-13043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1F547BFC-2233-83EA-91BC-624F5DEEB70A}"/>
                </a:ext>
              </a:extLst>
            </p:cNvPr>
            <p:cNvCxnSpPr>
              <a:cxnSpLocks/>
            </p:cNvCxnSpPr>
            <p:nvPr/>
          </p:nvCxnSpPr>
          <p:spPr>
            <a:xfrm>
              <a:off x="9118620" y="2475614"/>
              <a:ext cx="451551" cy="0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78EDD5C6-4621-4F31-9EF2-69783CCEE1E6}"/>
                </a:ext>
              </a:extLst>
            </p:cNvPr>
            <p:cNvGrpSpPr/>
            <p:nvPr/>
          </p:nvGrpSpPr>
          <p:grpSpPr>
            <a:xfrm>
              <a:off x="9657685" y="2256747"/>
              <a:ext cx="396310" cy="437734"/>
              <a:chOff x="548513" y="2563354"/>
              <a:chExt cx="396310" cy="437734"/>
            </a:xfrm>
            <a:solidFill>
              <a:schemeClr val="accent6">
                <a:lumMod val="40000"/>
                <a:lumOff val="60000"/>
              </a:schemeClr>
            </a:solidFill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51EAF617-32DB-20BA-97E7-B0B1A818959D}"/>
                  </a:ext>
                </a:extLst>
              </p:cNvPr>
              <p:cNvSpPr/>
              <p:nvPr/>
            </p:nvSpPr>
            <p:spPr>
              <a:xfrm>
                <a:off x="548513" y="2563354"/>
                <a:ext cx="396310" cy="43773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3" name="TextBox 12">
                    <a:extLst>
                      <a:ext uri="{FF2B5EF4-FFF2-40B4-BE49-F238E27FC236}">
                        <a16:creationId xmlns:a16="http://schemas.microsoft.com/office/drawing/2014/main" id="{BB6F5D2F-1B51-39B7-1DAF-D292F86C986B}"/>
                      </a:ext>
                    </a:extLst>
                  </p:cNvPr>
                  <p:cNvSpPr txBox="1"/>
                  <p:nvPr/>
                </p:nvSpPr>
                <p:spPr>
                  <a:xfrm>
                    <a:off x="605636" y="2643722"/>
                    <a:ext cx="255583" cy="276999"/>
                  </a:xfrm>
                  <a:prstGeom prst="rect">
                    <a:avLst/>
                  </a:prstGeom>
                  <a:grp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US" b="0" dirty="0"/>
                  </a:p>
                </p:txBody>
              </p:sp>
            </mc:Choice>
            <mc:Fallback>
              <p:sp>
                <p:nvSpPr>
                  <p:cNvPr id="13" name="TextBox 12">
                    <a:extLst>
                      <a:ext uri="{FF2B5EF4-FFF2-40B4-BE49-F238E27FC236}">
                        <a16:creationId xmlns:a16="http://schemas.microsoft.com/office/drawing/2014/main" id="{BB6F5D2F-1B51-39B7-1DAF-D292F86C986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05636" y="2643722"/>
                    <a:ext cx="255583" cy="276999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 l="-14286" r="-9524" b="-13043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45960EEE-6A1B-E6E8-2E21-C83F5DD32335}"/>
                </a:ext>
              </a:extLst>
            </p:cNvPr>
            <p:cNvCxnSpPr>
              <a:cxnSpLocks/>
            </p:cNvCxnSpPr>
            <p:nvPr/>
          </p:nvCxnSpPr>
          <p:spPr>
            <a:xfrm>
              <a:off x="10161152" y="2475614"/>
              <a:ext cx="451551" cy="0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315FD871-ADAA-71FF-268E-3A522C1379D2}"/>
                </a:ext>
              </a:extLst>
            </p:cNvPr>
            <p:cNvCxnSpPr>
              <a:cxnSpLocks/>
            </p:cNvCxnSpPr>
            <p:nvPr/>
          </p:nvCxnSpPr>
          <p:spPr>
            <a:xfrm>
              <a:off x="11164774" y="2475614"/>
              <a:ext cx="451551" cy="0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8EC35ED9-3B68-15F2-8BD1-9118443DAA8F}"/>
                </a:ext>
              </a:extLst>
            </p:cNvPr>
            <p:cNvGrpSpPr/>
            <p:nvPr/>
          </p:nvGrpSpPr>
          <p:grpSpPr>
            <a:xfrm>
              <a:off x="11703839" y="2256747"/>
              <a:ext cx="396310" cy="437734"/>
              <a:chOff x="548513" y="2563354"/>
              <a:chExt cx="396310" cy="437734"/>
            </a:xfrm>
            <a:solidFill>
              <a:schemeClr val="accent6">
                <a:lumMod val="40000"/>
                <a:lumOff val="60000"/>
              </a:schemeClr>
            </a:solidFill>
          </p:grpSpPr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2EBE37ED-5901-AFFC-3286-27AA378C2D8A}"/>
                  </a:ext>
                </a:extLst>
              </p:cNvPr>
              <p:cNvSpPr/>
              <p:nvPr/>
            </p:nvSpPr>
            <p:spPr>
              <a:xfrm>
                <a:off x="548513" y="2563354"/>
                <a:ext cx="396310" cy="43773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6" name="TextBox 25">
                    <a:extLst>
                      <a:ext uri="{FF2B5EF4-FFF2-40B4-BE49-F238E27FC236}">
                        <a16:creationId xmlns:a16="http://schemas.microsoft.com/office/drawing/2014/main" id="{85736D7A-6AC8-DA33-3375-E53864761DF0}"/>
                      </a:ext>
                    </a:extLst>
                  </p:cNvPr>
                  <p:cNvSpPr txBox="1"/>
                  <p:nvPr/>
                </p:nvSpPr>
                <p:spPr>
                  <a:xfrm>
                    <a:off x="605636" y="2643722"/>
                    <a:ext cx="255583" cy="276999"/>
                  </a:xfrm>
                  <a:prstGeom prst="rect">
                    <a:avLst/>
                  </a:prstGeom>
                  <a:grp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sub>
                          </m:sSub>
                        </m:oMath>
                      </m:oMathPara>
                    </a14:m>
                    <a:endParaRPr lang="en-US" b="0" dirty="0"/>
                  </a:p>
                </p:txBody>
              </p:sp>
            </mc:Choice>
            <mc:Fallback>
              <p:sp>
                <p:nvSpPr>
                  <p:cNvPr id="26" name="TextBox 25">
                    <a:extLst>
                      <a:ext uri="{FF2B5EF4-FFF2-40B4-BE49-F238E27FC236}">
                        <a16:creationId xmlns:a16="http://schemas.microsoft.com/office/drawing/2014/main" id="{85736D7A-6AC8-DA33-3375-E53864761DF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05636" y="2643722"/>
                    <a:ext cx="255583" cy="276999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 l="-14286" r="-9524" b="-13043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1CA6DBDA-A4B3-0072-851F-A88D875B75A8}"/>
                    </a:ext>
                  </a:extLst>
                </p:cNvPr>
                <p:cNvSpPr txBox="1"/>
                <p:nvPr/>
              </p:nvSpPr>
              <p:spPr>
                <a:xfrm>
                  <a:off x="8425545" y="3743242"/>
                  <a:ext cx="70371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:r>
                    <a:rPr lang="en-US" b="0" dirty="0"/>
                    <a:t>(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a14:m>
                  <a:r>
                    <a:rPr lang="en-US" b="0" dirty="0"/>
                    <a:t>)</a:t>
                  </a:r>
                </a:p>
              </p:txBody>
            </p:sp>
          </mc:Choice>
          <mc:Fallback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1CA6DBDA-A4B3-0072-851F-A88D875B75A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25545" y="3743242"/>
                  <a:ext cx="703719" cy="276999"/>
                </a:xfrm>
                <a:prstGeom prst="rect">
                  <a:avLst/>
                </a:prstGeom>
                <a:blipFill>
                  <a:blip r:embed="rId14"/>
                  <a:stretch>
                    <a:fillRect l="-19828" t="-26667" r="-18966" b="-5555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B665D6C8-C234-B2C6-D1EF-7592A612B6E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806288" y="2855706"/>
              <a:ext cx="0" cy="809491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22CE5625-5E8C-E089-093D-50E73E37304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848820" y="2855706"/>
              <a:ext cx="0" cy="809491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9C161733-4149-8FD0-D8E7-6EE386D9EC8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893431" y="2855706"/>
              <a:ext cx="0" cy="809491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0EBE7BB7-E22E-807E-C0BF-CFCA76638AFE}"/>
                </a:ext>
              </a:extLst>
            </p:cNvPr>
            <p:cNvSpPr txBox="1"/>
            <p:nvPr/>
          </p:nvSpPr>
          <p:spPr>
            <a:xfrm>
              <a:off x="10698927" y="2256747"/>
              <a:ext cx="362600" cy="338554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/>
                <a:t>…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59" name="TextBox 158">
                  <a:extLst>
                    <a:ext uri="{FF2B5EF4-FFF2-40B4-BE49-F238E27FC236}">
                      <a16:creationId xmlns:a16="http://schemas.microsoft.com/office/drawing/2014/main" id="{E8B79A07-F22D-5675-FDF0-63D0D0E754DE}"/>
                    </a:ext>
                  </a:extLst>
                </p:cNvPr>
                <p:cNvSpPr txBox="1"/>
                <p:nvPr/>
              </p:nvSpPr>
              <p:spPr>
                <a:xfrm>
                  <a:off x="8672276" y="1090490"/>
                  <a:ext cx="271356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159" name="TextBox 158">
                  <a:extLst>
                    <a:ext uri="{FF2B5EF4-FFF2-40B4-BE49-F238E27FC236}">
                      <a16:creationId xmlns:a16="http://schemas.microsoft.com/office/drawing/2014/main" id="{E8B79A07-F22D-5675-FDF0-63D0D0E754D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72276" y="1090490"/>
                  <a:ext cx="271356" cy="276999"/>
                </a:xfrm>
                <a:prstGeom prst="rect">
                  <a:avLst/>
                </a:prstGeom>
                <a:blipFill>
                  <a:blip r:embed="rId15"/>
                  <a:stretch>
                    <a:fillRect l="-22727" r="-9091" b="-2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63" name="TextBox 162">
                  <a:extLst>
                    <a:ext uri="{FF2B5EF4-FFF2-40B4-BE49-F238E27FC236}">
                      <a16:creationId xmlns:a16="http://schemas.microsoft.com/office/drawing/2014/main" id="{258396A3-6364-FC16-A32D-C7F9F1EA63FE}"/>
                    </a:ext>
                  </a:extLst>
                </p:cNvPr>
                <p:cNvSpPr txBox="1"/>
                <p:nvPr/>
              </p:nvSpPr>
              <p:spPr>
                <a:xfrm>
                  <a:off x="9723088" y="1090490"/>
                  <a:ext cx="27667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163" name="TextBox 162">
                  <a:extLst>
                    <a:ext uri="{FF2B5EF4-FFF2-40B4-BE49-F238E27FC236}">
                      <a16:creationId xmlns:a16="http://schemas.microsoft.com/office/drawing/2014/main" id="{258396A3-6364-FC16-A32D-C7F9F1EA63F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23088" y="1090490"/>
                  <a:ext cx="276679" cy="276999"/>
                </a:xfrm>
                <a:prstGeom prst="rect">
                  <a:avLst/>
                </a:prstGeom>
                <a:blipFill>
                  <a:blip r:embed="rId16"/>
                  <a:stretch>
                    <a:fillRect l="-22222" r="-8889" b="-2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70" name="Group 169">
              <a:extLst>
                <a:ext uri="{FF2B5EF4-FFF2-40B4-BE49-F238E27FC236}">
                  <a16:creationId xmlns:a16="http://schemas.microsoft.com/office/drawing/2014/main" id="{A7F6F2AD-86D4-C64E-F420-C968EFB21B83}"/>
                </a:ext>
              </a:extLst>
            </p:cNvPr>
            <p:cNvGrpSpPr/>
            <p:nvPr/>
          </p:nvGrpSpPr>
          <p:grpSpPr>
            <a:xfrm>
              <a:off x="8816323" y="1972499"/>
              <a:ext cx="3070297" cy="216942"/>
              <a:chOff x="7205122" y="1736796"/>
              <a:chExt cx="3070297" cy="545514"/>
            </a:xfrm>
          </p:grpSpPr>
          <p:cxnSp>
            <p:nvCxnSpPr>
              <p:cNvPr id="155" name="Straight Arrow Connector 154">
                <a:extLst>
                  <a:ext uri="{FF2B5EF4-FFF2-40B4-BE49-F238E27FC236}">
                    <a16:creationId xmlns:a16="http://schemas.microsoft.com/office/drawing/2014/main" id="{860225AE-B307-8F8A-7E2F-0C5A3CA4D07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205122" y="1736796"/>
                <a:ext cx="0" cy="545514"/>
              </a:xfrm>
              <a:prstGeom prst="straightConnector1">
                <a:avLst/>
              </a:prstGeom>
              <a:ln>
                <a:solidFill>
                  <a:schemeClr val="bg1">
                    <a:lumMod val="75000"/>
                  </a:schemeClr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2" name="Straight Arrow Connector 161">
                <a:extLst>
                  <a:ext uri="{FF2B5EF4-FFF2-40B4-BE49-F238E27FC236}">
                    <a16:creationId xmlns:a16="http://schemas.microsoft.com/office/drawing/2014/main" id="{8B4E2BE3-CEBA-957A-8C43-04509626247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255934" y="1736796"/>
                <a:ext cx="0" cy="545514"/>
              </a:xfrm>
              <a:prstGeom prst="straightConnector1">
                <a:avLst/>
              </a:prstGeom>
              <a:ln>
                <a:solidFill>
                  <a:schemeClr val="bg1">
                    <a:lumMod val="75000"/>
                  </a:schemeClr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" name="Straight Arrow Connector 163">
                <a:extLst>
                  <a:ext uri="{FF2B5EF4-FFF2-40B4-BE49-F238E27FC236}">
                    <a16:creationId xmlns:a16="http://schemas.microsoft.com/office/drawing/2014/main" id="{2B68F390-DA91-EBDA-C717-36DF96F709E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275419" y="1736796"/>
                <a:ext cx="0" cy="545514"/>
              </a:xfrm>
              <a:prstGeom prst="straightConnector1">
                <a:avLst/>
              </a:prstGeom>
              <a:ln>
                <a:solidFill>
                  <a:schemeClr val="bg1">
                    <a:lumMod val="75000"/>
                  </a:schemeClr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65" name="TextBox 164">
                  <a:extLst>
                    <a:ext uri="{FF2B5EF4-FFF2-40B4-BE49-F238E27FC236}">
                      <a16:creationId xmlns:a16="http://schemas.microsoft.com/office/drawing/2014/main" id="{D9D061C5-FEB6-7E8C-EBE8-0123544C7E5B}"/>
                    </a:ext>
                  </a:extLst>
                </p:cNvPr>
                <p:cNvSpPr txBox="1"/>
                <p:nvPr/>
              </p:nvSpPr>
              <p:spPr>
                <a:xfrm>
                  <a:off x="11742573" y="1090490"/>
                  <a:ext cx="27667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165" name="TextBox 164">
                  <a:extLst>
                    <a:ext uri="{FF2B5EF4-FFF2-40B4-BE49-F238E27FC236}">
                      <a16:creationId xmlns:a16="http://schemas.microsoft.com/office/drawing/2014/main" id="{D9D061C5-FEB6-7E8C-EBE8-0123544C7E5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742573" y="1090490"/>
                  <a:ext cx="276679" cy="276999"/>
                </a:xfrm>
                <a:prstGeom prst="rect">
                  <a:avLst/>
                </a:prstGeom>
                <a:blipFill>
                  <a:blip r:embed="rId17"/>
                  <a:stretch>
                    <a:fillRect l="-21739" r="-6522" b="-2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A553FE39-686B-333B-0910-AC4A02D99FE7}"/>
                </a:ext>
              </a:extLst>
            </p:cNvPr>
            <p:cNvSpPr/>
            <p:nvPr/>
          </p:nvSpPr>
          <p:spPr>
            <a:xfrm>
              <a:off x="8615152" y="1685543"/>
              <a:ext cx="3484995" cy="274144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E04A97C8-D30D-7ABB-01B5-A96A961321BF}"/>
                </a:ext>
              </a:extLst>
            </p:cNvPr>
            <p:cNvSpPr txBox="1"/>
            <p:nvPr/>
          </p:nvSpPr>
          <p:spPr>
            <a:xfrm>
              <a:off x="10087631" y="1654798"/>
              <a:ext cx="54271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/>
                <a:t>FC2</a:t>
              </a:r>
            </a:p>
          </p:txBody>
        </p:sp>
        <p:grpSp>
          <p:nvGrpSpPr>
            <p:cNvPr id="171" name="Group 170">
              <a:extLst>
                <a:ext uri="{FF2B5EF4-FFF2-40B4-BE49-F238E27FC236}">
                  <a16:creationId xmlns:a16="http://schemas.microsoft.com/office/drawing/2014/main" id="{0026EEDA-3691-D8F1-7E48-9BAAA9198E62}"/>
                </a:ext>
              </a:extLst>
            </p:cNvPr>
            <p:cNvGrpSpPr/>
            <p:nvPr/>
          </p:nvGrpSpPr>
          <p:grpSpPr>
            <a:xfrm>
              <a:off x="8818456" y="1405725"/>
              <a:ext cx="3070297" cy="216942"/>
              <a:chOff x="7205122" y="1736796"/>
              <a:chExt cx="3070297" cy="545514"/>
            </a:xfrm>
          </p:grpSpPr>
          <p:cxnSp>
            <p:nvCxnSpPr>
              <p:cNvPr id="172" name="Straight Arrow Connector 171">
                <a:extLst>
                  <a:ext uri="{FF2B5EF4-FFF2-40B4-BE49-F238E27FC236}">
                    <a16:creationId xmlns:a16="http://schemas.microsoft.com/office/drawing/2014/main" id="{34383B71-D91C-51A9-20AE-9464EC5EE03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205122" y="1736796"/>
                <a:ext cx="0" cy="545514"/>
              </a:xfrm>
              <a:prstGeom prst="straightConnector1">
                <a:avLst/>
              </a:prstGeom>
              <a:ln>
                <a:solidFill>
                  <a:schemeClr val="bg1">
                    <a:lumMod val="75000"/>
                  </a:schemeClr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3" name="Straight Arrow Connector 172">
                <a:extLst>
                  <a:ext uri="{FF2B5EF4-FFF2-40B4-BE49-F238E27FC236}">
                    <a16:creationId xmlns:a16="http://schemas.microsoft.com/office/drawing/2014/main" id="{E7F31A99-E4B4-4715-BBF8-0D5E655280E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255934" y="1736796"/>
                <a:ext cx="0" cy="545514"/>
              </a:xfrm>
              <a:prstGeom prst="straightConnector1">
                <a:avLst/>
              </a:prstGeom>
              <a:ln>
                <a:solidFill>
                  <a:schemeClr val="bg1">
                    <a:lumMod val="75000"/>
                  </a:schemeClr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4" name="Straight Arrow Connector 173">
                <a:extLst>
                  <a:ext uri="{FF2B5EF4-FFF2-40B4-BE49-F238E27FC236}">
                    <a16:creationId xmlns:a16="http://schemas.microsoft.com/office/drawing/2014/main" id="{81BBD21D-DE4E-B000-B8C9-80500820030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275419" y="1736796"/>
                <a:ext cx="0" cy="545514"/>
              </a:xfrm>
              <a:prstGeom prst="straightConnector1">
                <a:avLst/>
              </a:prstGeom>
              <a:ln>
                <a:solidFill>
                  <a:schemeClr val="bg1">
                    <a:lumMod val="75000"/>
                  </a:schemeClr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76" name="Rectangle 175">
              <a:extLst>
                <a:ext uri="{FF2B5EF4-FFF2-40B4-BE49-F238E27FC236}">
                  <a16:creationId xmlns:a16="http://schemas.microsoft.com/office/drawing/2014/main" id="{D712FDFA-B2BD-068C-B9FF-9340CC58EF69}"/>
                </a:ext>
              </a:extLst>
            </p:cNvPr>
            <p:cNvSpPr/>
            <p:nvPr/>
          </p:nvSpPr>
          <p:spPr>
            <a:xfrm>
              <a:off x="8231994" y="2120912"/>
              <a:ext cx="4117468" cy="920159"/>
            </a:xfrm>
            <a:prstGeom prst="rect">
              <a:avLst/>
            </a:prstGeom>
            <a:noFill/>
            <a:ln>
              <a:solidFill>
                <a:schemeClr val="accent6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3EE93F5B-8C80-3DA3-03FD-48531421B93A}"/>
                    </a:ext>
                  </a:extLst>
                </p:cNvPr>
                <p:cNvSpPr txBox="1"/>
                <p:nvPr/>
              </p:nvSpPr>
              <p:spPr>
                <a:xfrm>
                  <a:off x="9792667" y="3719579"/>
                  <a:ext cx="271356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3EE93F5B-8C80-3DA3-03FD-48531421B93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92667" y="3719579"/>
                  <a:ext cx="271356" cy="276999"/>
                </a:xfrm>
                <a:prstGeom prst="rect">
                  <a:avLst/>
                </a:prstGeom>
                <a:blipFill>
                  <a:blip r:embed="rId18"/>
                  <a:stretch>
                    <a:fillRect l="-22222" r="-6667" b="-2391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4E108964-D385-2721-594B-1663E9094669}"/>
                </a:ext>
              </a:extLst>
            </p:cNvPr>
            <p:cNvGrpSpPr/>
            <p:nvPr/>
          </p:nvGrpSpPr>
          <p:grpSpPr>
            <a:xfrm>
              <a:off x="7542920" y="2256747"/>
              <a:ext cx="396310" cy="437734"/>
              <a:chOff x="548513" y="2563354"/>
              <a:chExt cx="396310" cy="437734"/>
            </a:xfrm>
            <a:solidFill>
              <a:schemeClr val="accent6">
                <a:lumMod val="40000"/>
                <a:lumOff val="60000"/>
              </a:schemeClr>
            </a:solidFill>
          </p:grpSpPr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8A1A9F51-87EF-C437-DFB8-62FA19E36AD2}"/>
                  </a:ext>
                </a:extLst>
              </p:cNvPr>
              <p:cNvSpPr/>
              <p:nvPr/>
            </p:nvSpPr>
            <p:spPr>
              <a:xfrm>
                <a:off x="548513" y="2563354"/>
                <a:ext cx="396310" cy="43773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9" name="TextBox 28">
                    <a:extLst>
                      <a:ext uri="{FF2B5EF4-FFF2-40B4-BE49-F238E27FC236}">
                        <a16:creationId xmlns:a16="http://schemas.microsoft.com/office/drawing/2014/main" id="{38BFB98D-FA54-8382-9408-0D93EFA51F22}"/>
                      </a:ext>
                    </a:extLst>
                  </p:cNvPr>
                  <p:cNvSpPr txBox="1"/>
                  <p:nvPr/>
                </p:nvSpPr>
                <p:spPr>
                  <a:xfrm>
                    <a:off x="605636" y="2643722"/>
                    <a:ext cx="255583" cy="276999"/>
                  </a:xfrm>
                  <a:prstGeom prst="rect">
                    <a:avLst/>
                  </a:prstGeom>
                  <a:grp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oMath>
                      </m:oMathPara>
                    </a14:m>
                    <a:endParaRPr lang="en-US" b="0" dirty="0"/>
                  </a:p>
                </p:txBody>
              </p:sp>
            </mc:Choice>
            <mc:Fallback>
              <p:sp>
                <p:nvSpPr>
                  <p:cNvPr id="29" name="TextBox 28">
                    <a:extLst>
                      <a:ext uri="{FF2B5EF4-FFF2-40B4-BE49-F238E27FC236}">
                        <a16:creationId xmlns:a16="http://schemas.microsoft.com/office/drawing/2014/main" id="{38BFB98D-FA54-8382-9408-0D93EFA51F2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05636" y="2643722"/>
                    <a:ext cx="255583" cy="276999"/>
                  </a:xfrm>
                  <a:prstGeom prst="rect">
                    <a:avLst/>
                  </a:prstGeom>
                  <a:blipFill>
                    <a:blip r:embed="rId19"/>
                    <a:stretch>
                      <a:fillRect l="-14286" r="-9524" b="-13043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03CF5A00-B24C-77B0-2068-4DFD24C0D0D7}"/>
                </a:ext>
              </a:extLst>
            </p:cNvPr>
            <p:cNvCxnSpPr>
              <a:cxnSpLocks/>
            </p:cNvCxnSpPr>
            <p:nvPr/>
          </p:nvCxnSpPr>
          <p:spPr>
            <a:xfrm>
              <a:off x="7070918" y="2499836"/>
              <a:ext cx="426968" cy="0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575D9538-6186-C2CE-A5A9-E751CF3B5DD1}"/>
                    </a:ext>
                  </a:extLst>
                </p:cNvPr>
                <p:cNvSpPr txBox="1"/>
                <p:nvPr/>
              </p:nvSpPr>
              <p:spPr>
                <a:xfrm>
                  <a:off x="11783198" y="3719579"/>
                  <a:ext cx="27667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575D9538-6186-C2CE-A5A9-E751CF3B5DD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783198" y="3719579"/>
                  <a:ext cx="276679" cy="276999"/>
                </a:xfrm>
                <a:prstGeom prst="rect">
                  <a:avLst/>
                </a:prstGeom>
                <a:blipFill>
                  <a:blip r:embed="rId20"/>
                  <a:stretch>
                    <a:fillRect l="-22222" r="-8889" b="-2391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2" name="Connector: Elbow 41">
              <a:extLst>
                <a:ext uri="{FF2B5EF4-FFF2-40B4-BE49-F238E27FC236}">
                  <a16:creationId xmlns:a16="http://schemas.microsoft.com/office/drawing/2014/main" id="{E942AE54-6036-B16F-5675-54754F8AF09A}"/>
                </a:ext>
              </a:extLst>
            </p:cNvPr>
            <p:cNvCxnSpPr>
              <a:cxnSpLocks/>
            </p:cNvCxnSpPr>
            <p:nvPr/>
          </p:nvCxnSpPr>
          <p:spPr>
            <a:xfrm>
              <a:off x="10899035" y="1228988"/>
              <a:ext cx="787825" cy="2629089"/>
            </a:xfrm>
            <a:prstGeom prst="bentConnector3">
              <a:avLst/>
            </a:prstGeom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D810C131-BF69-8FC1-F1B8-9AA472EB9EC2}"/>
                </a:ext>
              </a:extLst>
            </p:cNvPr>
            <p:cNvSpPr txBox="1"/>
            <p:nvPr/>
          </p:nvSpPr>
          <p:spPr>
            <a:xfrm>
              <a:off x="10850045" y="3647083"/>
              <a:ext cx="36260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/>
                <a:t>…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2BE25A59-967D-4285-7EC0-ED439491AD57}"/>
                </a:ext>
              </a:extLst>
            </p:cNvPr>
            <p:cNvSpPr txBox="1"/>
            <p:nvPr/>
          </p:nvSpPr>
          <p:spPr>
            <a:xfrm>
              <a:off x="10587325" y="1028935"/>
              <a:ext cx="36260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/>
                <a:t>…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010356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13E61D-20E9-8327-662B-4CE68438DC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roup 83">
            <a:extLst>
              <a:ext uri="{FF2B5EF4-FFF2-40B4-BE49-F238E27FC236}">
                <a16:creationId xmlns:a16="http://schemas.microsoft.com/office/drawing/2014/main" id="{210D33A7-7604-621C-DF87-BEEF71428405}"/>
              </a:ext>
            </a:extLst>
          </p:cNvPr>
          <p:cNvGrpSpPr/>
          <p:nvPr/>
        </p:nvGrpSpPr>
        <p:grpSpPr>
          <a:xfrm>
            <a:off x="1091453" y="1114197"/>
            <a:ext cx="6698074" cy="3194807"/>
            <a:chOff x="1091453" y="1114197"/>
            <a:chExt cx="6698074" cy="3194807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899AFF10-46B8-3BC0-ED06-9CF252A5BB56}"/>
                    </a:ext>
                  </a:extLst>
                </p:cNvPr>
                <p:cNvSpPr txBox="1"/>
                <p:nvPr/>
              </p:nvSpPr>
              <p:spPr>
                <a:xfrm>
                  <a:off x="1091453" y="4032005"/>
                  <a:ext cx="2007537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:r>
                    <a:rPr lang="en-US" b="0" dirty="0"/>
                    <a:t>(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a14:m>
                  <a:r>
                    <a:rPr lang="en-US" b="0" dirty="0"/>
                    <a:t>, static inputs)</a:t>
                  </a:r>
                </a:p>
              </p:txBody>
            </p:sp>
          </mc:Choice>
          <mc:Fallback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899AFF10-46B8-3BC0-ED06-9CF252A5BB5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91453" y="4032005"/>
                  <a:ext cx="2007537" cy="276999"/>
                </a:xfrm>
                <a:prstGeom prst="rect">
                  <a:avLst/>
                </a:prstGeom>
                <a:blipFill>
                  <a:blip r:embed="rId2"/>
                  <a:stretch>
                    <a:fillRect l="-6991" t="-26087" r="-6383" b="-5217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07E4BA4B-BC4A-A36D-DFEE-3B19D10A15BD}"/>
                </a:ext>
              </a:extLst>
            </p:cNvPr>
            <p:cNvSpPr/>
            <p:nvPr/>
          </p:nvSpPr>
          <p:spPr>
            <a:xfrm>
              <a:off x="1549813" y="2564606"/>
              <a:ext cx="784369" cy="437734"/>
            </a:xfrm>
            <a:prstGeom prst="rect">
              <a:avLst/>
            </a:prstGeom>
            <a:solidFill>
              <a:srgbClr val="FFBCA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483AC9EB-9F85-BE63-82E6-8D02E485E906}"/>
                </a:ext>
              </a:extLst>
            </p:cNvPr>
            <p:cNvSpPr txBox="1"/>
            <p:nvPr/>
          </p:nvSpPr>
          <p:spPr>
            <a:xfrm>
              <a:off x="1651269" y="2604529"/>
              <a:ext cx="59824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RNN</a:t>
              </a:r>
            </a:p>
          </p:txBody>
        </p:sp>
        <p:sp>
          <p:nvSpPr>
            <p:cNvPr id="28" name="Arc 27">
              <a:extLst>
                <a:ext uri="{FF2B5EF4-FFF2-40B4-BE49-F238E27FC236}">
                  <a16:creationId xmlns:a16="http://schemas.microsoft.com/office/drawing/2014/main" id="{28DEF7FD-4BF2-2B6A-6BAD-7F4080673F05}"/>
                </a:ext>
              </a:extLst>
            </p:cNvPr>
            <p:cNvSpPr/>
            <p:nvPr/>
          </p:nvSpPr>
          <p:spPr>
            <a:xfrm rot="16200000">
              <a:off x="2230217" y="2368670"/>
              <a:ext cx="284383" cy="284383"/>
            </a:xfrm>
            <a:prstGeom prst="arc">
              <a:avLst>
                <a:gd name="adj1" fmla="val 16200000"/>
                <a:gd name="adj2" fmla="val 10816574"/>
              </a:avLst>
            </a:prstGeom>
            <a:noFill/>
            <a:ln>
              <a:solidFill>
                <a:schemeClr val="bg1">
                  <a:lumMod val="75000"/>
                </a:schemeClr>
              </a:solidFill>
              <a:head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554D63DA-2250-0432-53A3-2B55F10463A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41997" y="1535418"/>
              <a:ext cx="0" cy="924889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81AEA51B-D223-ABDC-59C1-2317320B606A}"/>
                </a:ext>
              </a:extLst>
            </p:cNvPr>
            <p:cNvCxnSpPr>
              <a:cxnSpLocks/>
            </p:cNvCxnSpPr>
            <p:nvPr/>
          </p:nvCxnSpPr>
          <p:spPr>
            <a:xfrm>
              <a:off x="2467862" y="2782223"/>
              <a:ext cx="966083" cy="0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C33DD233-7D35-05AF-DEF0-2437121A6026}"/>
                    </a:ext>
                  </a:extLst>
                </p:cNvPr>
                <p:cNvSpPr txBox="1"/>
                <p:nvPr/>
              </p:nvSpPr>
              <p:spPr>
                <a:xfrm>
                  <a:off x="1851844" y="1114197"/>
                  <a:ext cx="180306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en-US" b="0" dirty="0"/>
                </a:p>
              </p:txBody>
            </p:sp>
          </mc:Choice>
          <mc:Fallback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C33DD233-7D35-05AF-DEF0-2437121A602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51844" y="1114197"/>
                  <a:ext cx="180306" cy="276999"/>
                </a:xfrm>
                <a:prstGeom prst="rect">
                  <a:avLst/>
                </a:prstGeom>
                <a:blipFill>
                  <a:blip r:embed="rId3"/>
                  <a:stretch>
                    <a:fillRect l="-34483" r="-34483" b="-2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6E44E15D-3D79-ECF4-B87D-A816EAA91F10}"/>
                    </a:ext>
                  </a:extLst>
                </p:cNvPr>
                <p:cNvSpPr txBox="1"/>
                <p:nvPr/>
              </p:nvSpPr>
              <p:spPr>
                <a:xfrm>
                  <a:off x="2802819" y="2460307"/>
                  <a:ext cx="296171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oMath>
                    </m:oMathPara>
                  </a14:m>
                  <a:endParaRPr lang="en-US" b="0" dirty="0"/>
                </a:p>
              </p:txBody>
            </p:sp>
          </mc:Choice>
          <mc:Fallback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6E44E15D-3D79-ECF4-B87D-A816EAA91F1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02819" y="2460307"/>
                  <a:ext cx="296171" cy="276999"/>
                </a:xfrm>
                <a:prstGeom prst="rect">
                  <a:avLst/>
                </a:prstGeom>
                <a:blipFill>
                  <a:blip r:embed="rId4"/>
                  <a:stretch>
                    <a:fillRect l="-20833" r="-4167" b="-1111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88D1515E-B0B9-BBCF-383E-EE53047C4CB4}"/>
                    </a:ext>
                  </a:extLst>
                </p:cNvPr>
                <p:cNvSpPr txBox="1"/>
                <p:nvPr/>
              </p:nvSpPr>
              <p:spPr>
                <a:xfrm>
                  <a:off x="2136780" y="2102049"/>
                  <a:ext cx="492121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tanh</m:t>
                        </m:r>
                      </m:oMath>
                    </m:oMathPara>
                  </a14:m>
                  <a:endParaRPr lang="en-US" b="0" dirty="0"/>
                </a:p>
              </p:txBody>
            </p:sp>
          </mc:Choice>
          <mc:Fallback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88D1515E-B0B9-BBCF-383E-EE53047C4CB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36780" y="2102049"/>
                  <a:ext cx="492121" cy="276999"/>
                </a:xfrm>
                <a:prstGeom prst="rect">
                  <a:avLst/>
                </a:prstGeom>
                <a:blipFill>
                  <a:blip r:embed="rId5"/>
                  <a:stretch>
                    <a:fillRect l="-12500" r="-13750" b="-888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5293432E-F3DB-8F2B-1DC2-5C81D731C71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22164" y="3112427"/>
              <a:ext cx="0" cy="809491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0CC7FE92-69FD-0A79-1EEB-43958313621B}"/>
                </a:ext>
              </a:extLst>
            </p:cNvPr>
            <p:cNvSpPr txBox="1"/>
            <p:nvPr/>
          </p:nvSpPr>
          <p:spPr>
            <a:xfrm>
              <a:off x="3195004" y="2286357"/>
              <a:ext cx="160729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 err="1">
                  <a:solidFill>
                    <a:schemeClr val="bg1">
                      <a:lumMod val="65000"/>
                    </a:schemeClr>
                  </a:solidFill>
                </a:rPr>
                <a:t>ReLU</a:t>
              </a:r>
              <a:endParaRPr lang="en-US" sz="1200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F7A90A78-172D-30C3-DA46-CA2ED1A992A4}"/>
                </a:ext>
              </a:extLst>
            </p:cNvPr>
            <p:cNvSpPr/>
            <p:nvPr/>
          </p:nvSpPr>
          <p:spPr>
            <a:xfrm>
              <a:off x="3589037" y="2563356"/>
              <a:ext cx="784369" cy="437734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1415836C-7CBA-47E7-F9CE-B9834CE66832}"/>
                </a:ext>
              </a:extLst>
            </p:cNvPr>
            <p:cNvSpPr txBox="1"/>
            <p:nvPr/>
          </p:nvSpPr>
          <p:spPr>
            <a:xfrm>
              <a:off x="3727297" y="2633277"/>
              <a:ext cx="54271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/>
                <a:t>FC1</a:t>
              </a:r>
            </a:p>
          </p:txBody>
        </p:sp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91947D55-FE05-2343-EDB5-9A87349C6510}"/>
                </a:ext>
              </a:extLst>
            </p:cNvPr>
            <p:cNvCxnSpPr>
              <a:cxnSpLocks/>
            </p:cNvCxnSpPr>
            <p:nvPr/>
          </p:nvCxnSpPr>
          <p:spPr>
            <a:xfrm>
              <a:off x="4538304" y="2782223"/>
              <a:ext cx="426968" cy="0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6D941551-3286-424B-E109-F473CA616481}"/>
                </a:ext>
              </a:extLst>
            </p:cNvPr>
            <p:cNvSpPr/>
            <p:nvPr/>
          </p:nvSpPr>
          <p:spPr>
            <a:xfrm>
              <a:off x="5089343" y="2564606"/>
              <a:ext cx="784369" cy="437734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FFBBA234-4AD2-BA5D-7DEA-4BE8044B1836}"/>
                </a:ext>
              </a:extLst>
            </p:cNvPr>
            <p:cNvSpPr txBox="1"/>
            <p:nvPr/>
          </p:nvSpPr>
          <p:spPr>
            <a:xfrm>
              <a:off x="5227603" y="2634527"/>
              <a:ext cx="54271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/>
                <a:t>FC2</a:t>
              </a: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58A28C95-397F-B1C5-DAE9-FE33D67E679F}"/>
                </a:ext>
              </a:extLst>
            </p:cNvPr>
            <p:cNvSpPr txBox="1"/>
            <p:nvPr/>
          </p:nvSpPr>
          <p:spPr>
            <a:xfrm>
              <a:off x="4965273" y="2281579"/>
              <a:ext cx="101572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bg1">
                      <a:lumMod val="65000"/>
                    </a:schemeClr>
                  </a:solidFill>
                </a:rPr>
                <a:t>Output layer</a:t>
              </a:r>
            </a:p>
          </p:txBody>
        </p:sp>
        <p:cxnSp>
          <p:nvCxnSpPr>
            <p:cNvPr id="65" name="Straight Arrow Connector 64">
              <a:extLst>
                <a:ext uri="{FF2B5EF4-FFF2-40B4-BE49-F238E27FC236}">
                  <a16:creationId xmlns:a16="http://schemas.microsoft.com/office/drawing/2014/main" id="{86232827-8232-41D6-2952-1C1A875020C0}"/>
                </a:ext>
              </a:extLst>
            </p:cNvPr>
            <p:cNvCxnSpPr>
              <a:cxnSpLocks/>
            </p:cNvCxnSpPr>
            <p:nvPr/>
          </p:nvCxnSpPr>
          <p:spPr>
            <a:xfrm>
              <a:off x="5924082" y="2782223"/>
              <a:ext cx="444166" cy="0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047EA2E8-ECBB-7AEF-DDED-31C888B926B8}"/>
                </a:ext>
              </a:extLst>
            </p:cNvPr>
            <p:cNvSpPr txBox="1"/>
            <p:nvPr/>
          </p:nvSpPr>
          <p:spPr>
            <a:xfrm>
              <a:off x="6210758" y="2593134"/>
              <a:ext cx="157876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Prediction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714628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232</TotalTime>
  <Words>211</Words>
  <Application>Microsoft Office PowerPoint</Application>
  <PresentationFormat>Widescreen</PresentationFormat>
  <Paragraphs>117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Luo, Yingkang</dc:creator>
  <cp:lastModifiedBy>Luo, Yingkang</cp:lastModifiedBy>
  <cp:revision>7</cp:revision>
  <dcterms:created xsi:type="dcterms:W3CDTF">2025-10-21T23:34:58Z</dcterms:created>
  <dcterms:modified xsi:type="dcterms:W3CDTF">2025-10-22T03:27:17Z</dcterms:modified>
</cp:coreProperties>
</file>