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62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CA7"/>
    <a:srgbClr val="FFD3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02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7DD5D-B0E4-128D-DFE8-86772D410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76BE9F-EE72-CC18-09D3-50016407CC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70C91-B511-D5AB-7961-61DBF76CF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702AA-9A15-AE0C-75E6-09A4F430C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A0C54-3321-DA07-A91F-C20A927D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494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B2F9E-B540-8510-104A-2331B16E3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E2709-C851-385F-450D-0EE17B3EC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E40C7-59B6-CB10-45CA-B544A72BF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6BC5C-5F3A-4D17-A5EF-3E3569940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1126C-5D51-AE11-27C8-B5DEF2232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68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44ECC-BA81-A28F-CC94-5FEA9756F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8FAF3-5D8E-8FEF-883B-DE86ADC5A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8FA97-45BD-433D-837D-ADAD98EB8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49617-89E2-5653-DEDA-593CDD38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D68F8-3B75-C683-57E2-07D2C580E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72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44607-B510-3E02-61DC-A803F3A3A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19AC5-01C7-3045-16C7-21BAA9838C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5CDCB-D276-BE9E-F6E1-3A7DB9652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387A4-6F31-35A0-F75D-04B86C78C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57B94C-21DC-221D-8ABA-938BBD3B4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021D5-8684-5D27-8EF2-9327E282A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38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D5ADC-7987-F3F2-7380-F7B3C3FF2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695B2-8D24-1A4B-3909-00D74D5EF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509042-CBB6-FECC-54E8-FADD8538C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C7B4FD-CC3D-00ED-C5CA-5DD360065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54D53D-2086-F47A-3669-43BC9524D8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653BC9-DB21-6AEB-CBD1-5129B4E4A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FBB81A-C0F3-5F12-B674-136858380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A0B408-3607-2D61-077F-FDEE0CDE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8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FE8D9-89B2-74C6-6532-B1FC3E10B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4027EA-BD12-B72E-2A41-001296E96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6AF5AD-3321-AA50-5F1D-26A77922E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3758FF-36F9-E4D1-9C60-E6F688D0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4BB0EA-3EC8-8080-4A73-2E31D2E87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8B7B80-CE99-0A67-0AE6-F34430EB6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4CA02-8728-16C5-3744-B71499CC3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71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B2CFC-61FA-44DC-91F7-1356678D6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9604F-DBE6-3CF3-A6C6-4286011BC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A9C402-2FE4-29A5-C26F-19C8167AF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7D8EF-1C7F-2F3B-F1DE-E1FED4248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AB2F3-AA6B-3332-C10D-7401205DF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F4EB25-4620-789F-5BCF-13514C09B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597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31ED-433F-D9C3-7764-F0E04F206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966CED-DA1C-9C9F-4A86-2324EAB1D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333E5-0380-77C4-2EA0-BAA1C3CF5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C5615-3875-296B-1CD1-6A7F53579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F3FE5-1D73-7D4F-1558-8EF01F78A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C32FB-249B-7AF2-1173-09C220D23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D53C5-CA7B-B56D-2623-919A17AD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63B89-99FC-D199-F7CB-6B0E0DA91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72C35-0D67-F006-C495-4BD3D8455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E3B21-B356-6738-5254-BADD6231D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D7992-0C27-5676-F891-3A1D59CF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47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F96F3F-37DC-DF3E-4E0B-88BF3AE64B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2AE6DC-3477-AA00-04DD-209C7E2FF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3D445-DFBF-0A7D-A982-D9D0099ED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491FA-4D56-BDD1-F4E6-1F10A7355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7B16B-1C87-C43E-B12A-15FCBE86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14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2F1B58-C243-9810-3AC3-8F9C7C32F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70E4E-7852-5AFC-B0EB-9B5D95D97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73025-525A-97FD-5B9F-54C74939B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E81274-8733-4E52-A051-43C63AD3EC3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6690C-2EC3-2C05-EE05-3D24B69F4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6B0B1-AC63-E846-AC57-427B60A705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443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650ED-4D67-397B-A5EB-5D61D1646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E6C9A12-CC6F-5AC1-2DCE-1C445CB1DC4B}"/>
              </a:ext>
            </a:extLst>
          </p:cNvPr>
          <p:cNvGrpSpPr/>
          <p:nvPr/>
        </p:nvGrpSpPr>
        <p:grpSpPr>
          <a:xfrm>
            <a:off x="1271762" y="2281579"/>
            <a:ext cx="8452087" cy="720761"/>
            <a:chOff x="1271762" y="2281579"/>
            <a:chExt cx="8452087" cy="720761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2558C0D-E361-48A9-05FF-5E4ABCFEA775}"/>
                </a:ext>
              </a:extLst>
            </p:cNvPr>
            <p:cNvSpPr txBox="1"/>
            <p:nvPr/>
          </p:nvSpPr>
          <p:spPr>
            <a:xfrm>
              <a:off x="3574976" y="2286357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bg1">
                      <a:lumMod val="65000"/>
                    </a:schemeClr>
                  </a:solidFill>
                </a:rPr>
                <a:t>ReLU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7BB99BA-B118-3DAE-B1E6-7DA493F2FF45}"/>
                </a:ext>
              </a:extLst>
            </p:cNvPr>
            <p:cNvSpPr/>
            <p:nvPr/>
          </p:nvSpPr>
          <p:spPr>
            <a:xfrm>
              <a:off x="3969009" y="256335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7F298EC-5829-2B4A-9FDB-C5F4C83D1878}"/>
                </a:ext>
              </a:extLst>
            </p:cNvPr>
            <p:cNvSpPr txBox="1"/>
            <p:nvPr/>
          </p:nvSpPr>
          <p:spPr>
            <a:xfrm>
              <a:off x="4107269" y="263327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FC1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B8F6CC90-8250-A60A-432B-C22EB6D4796F}"/>
                </a:ext>
              </a:extLst>
            </p:cNvPr>
            <p:cNvCxnSpPr>
              <a:cxnSpLocks/>
            </p:cNvCxnSpPr>
            <p:nvPr/>
          </p:nvCxnSpPr>
          <p:spPr>
            <a:xfrm>
              <a:off x="6472626" y="2782223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A24CCF1-F432-2217-FBD5-A232527BFF1F}"/>
                </a:ext>
              </a:extLst>
            </p:cNvPr>
            <p:cNvSpPr/>
            <p:nvPr/>
          </p:nvSpPr>
          <p:spPr>
            <a:xfrm>
              <a:off x="7023665" y="256460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84E6427-049F-8B90-0185-90C04455B896}"/>
                </a:ext>
              </a:extLst>
            </p:cNvPr>
            <p:cNvSpPr txBox="1"/>
            <p:nvPr/>
          </p:nvSpPr>
          <p:spPr>
            <a:xfrm>
              <a:off x="7161924" y="2634527"/>
              <a:ext cx="5427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FC3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49A75C7-1CB5-A151-7E07-BFAA54BC7AE9}"/>
                </a:ext>
              </a:extLst>
            </p:cNvPr>
            <p:cNvSpPr txBox="1"/>
            <p:nvPr/>
          </p:nvSpPr>
          <p:spPr>
            <a:xfrm>
              <a:off x="6899595" y="2281579"/>
              <a:ext cx="10157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Output layer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6C2276BC-6FE1-4956-F6E2-FAC546D3AD7F}"/>
                </a:ext>
              </a:extLst>
            </p:cNvPr>
            <p:cNvCxnSpPr>
              <a:cxnSpLocks/>
            </p:cNvCxnSpPr>
            <p:nvPr/>
          </p:nvCxnSpPr>
          <p:spPr>
            <a:xfrm>
              <a:off x="7858404" y="2782223"/>
              <a:ext cx="44416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C3C1B98-71D1-BB2C-FFB4-B76FE2D19B00}"/>
                </a:ext>
              </a:extLst>
            </p:cNvPr>
            <p:cNvSpPr txBox="1"/>
            <p:nvPr/>
          </p:nvSpPr>
          <p:spPr>
            <a:xfrm>
              <a:off x="8145080" y="2593134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Prediction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81D163B7-1F04-0200-92DA-57AB5F2DCF9C}"/>
                </a:ext>
              </a:extLst>
            </p:cNvPr>
            <p:cNvCxnSpPr>
              <a:cxnSpLocks/>
            </p:cNvCxnSpPr>
            <p:nvPr/>
          </p:nvCxnSpPr>
          <p:spPr>
            <a:xfrm>
              <a:off x="3427614" y="2802554"/>
              <a:ext cx="44025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472F21C-99FC-6AAF-36EC-B317B367901A}"/>
                </a:ext>
              </a:extLst>
            </p:cNvPr>
            <p:cNvSpPr txBox="1"/>
            <p:nvPr/>
          </p:nvSpPr>
          <p:spPr>
            <a:xfrm>
              <a:off x="5084872" y="2286357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GELU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23134EE-DF08-0DF7-FA2E-AC766CB5379D}"/>
                </a:ext>
              </a:extLst>
            </p:cNvPr>
            <p:cNvSpPr/>
            <p:nvPr/>
          </p:nvSpPr>
          <p:spPr>
            <a:xfrm>
              <a:off x="5478905" y="256335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9FF5727-A992-4ECD-14F0-9AF75496E10A}"/>
                </a:ext>
              </a:extLst>
            </p:cNvPr>
            <p:cNvSpPr txBox="1"/>
            <p:nvPr/>
          </p:nvSpPr>
          <p:spPr>
            <a:xfrm>
              <a:off x="5617164" y="2633277"/>
              <a:ext cx="5427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FC2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909C780-D289-1FC0-89AC-B4F2EF110E19}"/>
                </a:ext>
              </a:extLst>
            </p:cNvPr>
            <p:cNvCxnSpPr>
              <a:cxnSpLocks/>
            </p:cNvCxnSpPr>
            <p:nvPr/>
          </p:nvCxnSpPr>
          <p:spPr>
            <a:xfrm>
              <a:off x="4893994" y="2786808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E964E57-B23E-BF47-D116-8E517637C5E9}"/>
                    </a:ext>
                  </a:extLst>
                </p:cNvPr>
                <p:cNvSpPr txBox="1"/>
                <p:nvPr/>
              </p:nvSpPr>
              <p:spPr>
                <a:xfrm>
                  <a:off x="1271762" y="2664054"/>
                  <a:ext cx="200753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b="0" dirty="0"/>
                    <a:t>, static inputs)</a:t>
                  </a:r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E964E57-B23E-BF47-D116-8E517637C5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1762" y="2664054"/>
                  <a:ext cx="2007537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7295" t="-26667" r="-6079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53584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3">
            <a:extLst>
              <a:ext uri="{FF2B5EF4-FFF2-40B4-BE49-F238E27FC236}">
                <a16:creationId xmlns:a16="http://schemas.microsoft.com/office/drawing/2014/main" id="{21533839-4D2E-326D-3FAF-F8F050C20233}"/>
              </a:ext>
            </a:extLst>
          </p:cNvPr>
          <p:cNvGrpSpPr/>
          <p:nvPr/>
        </p:nvGrpSpPr>
        <p:grpSpPr>
          <a:xfrm>
            <a:off x="1549813" y="1114197"/>
            <a:ext cx="7322397" cy="3220988"/>
            <a:chOff x="1549813" y="1114197"/>
            <a:chExt cx="7322397" cy="32209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3315BBC-6ADC-AD4F-5407-12857D223771}"/>
                    </a:ext>
                  </a:extLst>
                </p:cNvPr>
                <p:cNvSpPr txBox="1"/>
                <p:nvPr/>
              </p:nvSpPr>
              <p:spPr>
                <a:xfrm>
                  <a:off x="1609694" y="4012020"/>
                  <a:ext cx="6646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3315BBC-6ADC-AD4F-5407-12857D2237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9694" y="4012020"/>
                  <a:ext cx="664606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1101" t="-26087" r="-21101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5B9266-6F4E-11C5-F4AE-59B74B27E448}"/>
                </a:ext>
              </a:extLst>
            </p:cNvPr>
            <p:cNvSpPr/>
            <p:nvPr/>
          </p:nvSpPr>
          <p:spPr>
            <a:xfrm>
              <a:off x="1549813" y="2564606"/>
              <a:ext cx="784369" cy="437734"/>
            </a:xfrm>
            <a:prstGeom prst="rect">
              <a:avLst/>
            </a:prstGeom>
            <a:solidFill>
              <a:srgbClr val="FFBCA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FE56FD-2316-E288-0D4D-3384EB748B90}"/>
                </a:ext>
              </a:extLst>
            </p:cNvPr>
            <p:cNvSpPr txBox="1"/>
            <p:nvPr/>
          </p:nvSpPr>
          <p:spPr>
            <a:xfrm>
              <a:off x="1651269" y="2604529"/>
              <a:ext cx="5982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RNN</a:t>
              </a:r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73BF7FAD-560A-1761-CF06-A025D660412A}"/>
                </a:ext>
              </a:extLst>
            </p:cNvPr>
            <p:cNvSpPr/>
            <p:nvPr/>
          </p:nvSpPr>
          <p:spPr>
            <a:xfrm rot="16200000">
              <a:off x="2230217" y="2368670"/>
              <a:ext cx="284383" cy="284383"/>
            </a:xfrm>
            <a:prstGeom prst="arc">
              <a:avLst>
                <a:gd name="adj1" fmla="val 16200000"/>
                <a:gd name="adj2" fmla="val 10816574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109F188-74FA-1AEE-78D1-93C28BE8FB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1997" y="1535418"/>
              <a:ext cx="0" cy="924889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C4B2DEC-026F-DDB9-D8AF-FE243C561044}"/>
                </a:ext>
              </a:extLst>
            </p:cNvPr>
            <p:cNvCxnSpPr>
              <a:cxnSpLocks/>
            </p:cNvCxnSpPr>
            <p:nvPr/>
          </p:nvCxnSpPr>
          <p:spPr>
            <a:xfrm>
              <a:off x="2467862" y="2782223"/>
              <a:ext cx="966083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33F831F-0DBD-73D4-169B-63B06B42F314}"/>
                    </a:ext>
                  </a:extLst>
                </p:cNvPr>
                <p:cNvSpPr txBox="1"/>
                <p:nvPr/>
              </p:nvSpPr>
              <p:spPr>
                <a:xfrm>
                  <a:off x="1851844" y="1114197"/>
                  <a:ext cx="1803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33F831F-0DBD-73D4-169B-63B06B42F3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1844" y="1114197"/>
                  <a:ext cx="18030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4483" r="-34483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BAFE213-E81B-49E9-D679-47907E38A3BD}"/>
                    </a:ext>
                  </a:extLst>
                </p:cNvPr>
                <p:cNvSpPr txBox="1"/>
                <p:nvPr/>
              </p:nvSpPr>
              <p:spPr>
                <a:xfrm>
                  <a:off x="2802819" y="2460307"/>
                  <a:ext cx="29617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BAFE213-E81B-49E9-D679-47907E38A3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2819" y="2460307"/>
                  <a:ext cx="296171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0833" r="-4167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F3E986B-99F0-D527-4ED5-12BC95C90756}"/>
                    </a:ext>
                  </a:extLst>
                </p:cNvPr>
                <p:cNvSpPr txBox="1"/>
                <p:nvPr/>
              </p:nvSpPr>
              <p:spPr>
                <a:xfrm>
                  <a:off x="2136780" y="2102049"/>
                  <a:ext cx="49212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tanh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F3E986B-99F0-D527-4ED5-12BC95C907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6780" y="2102049"/>
                  <a:ext cx="492121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2500" r="-13750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86F2C59-3428-42E4-BE8C-016A257649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2164" y="3112427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A1EF3AD-8163-F201-F5A0-7BDDDCC91BED}"/>
                </a:ext>
              </a:extLst>
            </p:cNvPr>
            <p:cNvSpPr txBox="1"/>
            <p:nvPr/>
          </p:nvSpPr>
          <p:spPr>
            <a:xfrm>
              <a:off x="2991812" y="3965853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Static inputs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642944E0-45D8-C30B-944E-313CB7A6DE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8630" y="3068492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F2B6E88-11E7-CE39-5710-22BE69528395}"/>
                </a:ext>
              </a:extLst>
            </p:cNvPr>
            <p:cNvSpPr txBox="1"/>
            <p:nvPr/>
          </p:nvSpPr>
          <p:spPr>
            <a:xfrm>
              <a:off x="4277687" y="2286357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bg1">
                      <a:lumMod val="65000"/>
                    </a:schemeClr>
                  </a:solidFill>
                </a:rPr>
                <a:t>ReLU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C41B1CD-B23D-C1CC-45DD-AB3564B0F558}"/>
                </a:ext>
              </a:extLst>
            </p:cNvPr>
            <p:cNvSpPr/>
            <p:nvPr/>
          </p:nvSpPr>
          <p:spPr>
            <a:xfrm>
              <a:off x="4671720" y="256335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D1D1AFE-D99E-DAC8-C388-5821D59EBC47}"/>
                </a:ext>
              </a:extLst>
            </p:cNvPr>
            <p:cNvSpPr txBox="1"/>
            <p:nvPr/>
          </p:nvSpPr>
          <p:spPr>
            <a:xfrm>
              <a:off x="4809980" y="263327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FC1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9FF99D12-F785-C44B-4C4A-CB471D201439}"/>
                </a:ext>
              </a:extLst>
            </p:cNvPr>
            <p:cNvCxnSpPr>
              <a:cxnSpLocks/>
            </p:cNvCxnSpPr>
            <p:nvPr/>
          </p:nvCxnSpPr>
          <p:spPr>
            <a:xfrm>
              <a:off x="5620987" y="2782223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626EBE7-F7EA-6C29-CB28-32A54863386E}"/>
                </a:ext>
              </a:extLst>
            </p:cNvPr>
            <p:cNvSpPr/>
            <p:nvPr/>
          </p:nvSpPr>
          <p:spPr>
            <a:xfrm>
              <a:off x="6172026" y="256460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059DCA8-C717-E4C7-CCD7-19152F85F52F}"/>
                </a:ext>
              </a:extLst>
            </p:cNvPr>
            <p:cNvSpPr txBox="1"/>
            <p:nvPr/>
          </p:nvSpPr>
          <p:spPr>
            <a:xfrm>
              <a:off x="6310286" y="263452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FC2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9FC5A83-905B-C482-E5AC-DCF809A07313}"/>
                </a:ext>
              </a:extLst>
            </p:cNvPr>
            <p:cNvSpPr txBox="1"/>
            <p:nvPr/>
          </p:nvSpPr>
          <p:spPr>
            <a:xfrm>
              <a:off x="6047956" y="2281579"/>
              <a:ext cx="10157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Output layer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6441A604-0862-A1CC-A075-6882BDAAD1B6}"/>
                </a:ext>
              </a:extLst>
            </p:cNvPr>
            <p:cNvCxnSpPr>
              <a:cxnSpLocks/>
            </p:cNvCxnSpPr>
            <p:nvPr/>
          </p:nvCxnSpPr>
          <p:spPr>
            <a:xfrm>
              <a:off x="7006765" y="2782223"/>
              <a:ext cx="44416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925685C-0BC2-82D0-36C4-E98F69B9369B}"/>
                </a:ext>
              </a:extLst>
            </p:cNvPr>
            <p:cNvSpPr txBox="1"/>
            <p:nvPr/>
          </p:nvSpPr>
          <p:spPr>
            <a:xfrm>
              <a:off x="7293441" y="2593134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Prediction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325357C-1667-93E5-2BEB-F5E4C57C855D}"/>
                </a:ext>
              </a:extLst>
            </p:cNvPr>
            <p:cNvSpPr/>
            <p:nvPr/>
          </p:nvSpPr>
          <p:spPr>
            <a:xfrm>
              <a:off x="3582746" y="2600108"/>
              <a:ext cx="421481" cy="421481"/>
            </a:xfrm>
            <a:prstGeom prst="ellipse">
              <a:avLst/>
            </a:prstGeom>
            <a:noFill/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5D8EA92-9895-F4DD-C3BF-AEB3F487A5E0}"/>
                </a:ext>
              </a:extLst>
            </p:cNvPr>
            <p:cNvSpPr txBox="1"/>
            <p:nvPr/>
          </p:nvSpPr>
          <p:spPr>
            <a:xfrm>
              <a:off x="3661100" y="2552416"/>
              <a:ext cx="2737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+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0E389AAB-D9B9-FF69-5B29-CF11D4C0548A}"/>
                </a:ext>
              </a:extLst>
            </p:cNvPr>
            <p:cNvCxnSpPr>
              <a:cxnSpLocks/>
            </p:cNvCxnSpPr>
            <p:nvPr/>
          </p:nvCxnSpPr>
          <p:spPr>
            <a:xfrm>
              <a:off x="4130325" y="2802554"/>
              <a:ext cx="44025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5707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704975F0-4DC6-49B6-7400-EF956F79EE36}"/>
              </a:ext>
            </a:extLst>
          </p:cNvPr>
          <p:cNvGrpSpPr/>
          <p:nvPr/>
        </p:nvGrpSpPr>
        <p:grpSpPr>
          <a:xfrm>
            <a:off x="868266" y="921316"/>
            <a:ext cx="8003944" cy="4815603"/>
            <a:chOff x="868266" y="921316"/>
            <a:chExt cx="8003944" cy="48156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11246BD-407F-466D-CE6D-576A8AFCD924}"/>
                    </a:ext>
                  </a:extLst>
                </p:cNvPr>
                <p:cNvSpPr txBox="1"/>
                <p:nvPr/>
              </p:nvSpPr>
              <p:spPr>
                <a:xfrm>
                  <a:off x="1233462" y="5459920"/>
                  <a:ext cx="6646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11246BD-407F-466D-CE6D-576A8AFCD9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3462" y="5459920"/>
                  <a:ext cx="664606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1101" t="-26667" r="-21101" b="-5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1A6F44E-99A8-333A-FE62-AB0F589717D6}"/>
                </a:ext>
              </a:extLst>
            </p:cNvPr>
            <p:cNvSpPr/>
            <p:nvPr/>
          </p:nvSpPr>
          <p:spPr>
            <a:xfrm>
              <a:off x="868266" y="2368279"/>
              <a:ext cx="1412252" cy="809491"/>
            </a:xfrm>
            <a:prstGeom prst="rect">
              <a:avLst/>
            </a:prstGeom>
            <a:solidFill>
              <a:srgbClr val="FFBCA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CA12A1C-B6D2-A5CA-C7DF-901C4FD47C62}"/>
                </a:ext>
              </a:extLst>
            </p:cNvPr>
            <p:cNvSpPr txBox="1"/>
            <p:nvPr/>
          </p:nvSpPr>
          <p:spPr>
            <a:xfrm>
              <a:off x="962024" y="2492513"/>
              <a:ext cx="129362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Transformer </a:t>
              </a:r>
            </a:p>
            <a:p>
              <a:pPr algn="ctr"/>
              <a:r>
                <a:rPr lang="en-US" sz="1600" dirty="0"/>
                <a:t>Encoder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3A838A8-FC20-F27E-770D-806F45AAF7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5598" y="1342537"/>
              <a:ext cx="0" cy="924889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F7D4CDF-9558-79BF-A670-7C94733C9355}"/>
                </a:ext>
              </a:extLst>
            </p:cNvPr>
            <p:cNvCxnSpPr>
              <a:cxnSpLocks/>
            </p:cNvCxnSpPr>
            <p:nvPr/>
          </p:nvCxnSpPr>
          <p:spPr>
            <a:xfrm>
              <a:off x="2500458" y="2783473"/>
              <a:ext cx="987514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9EDA4C8-2FE2-B721-99C5-6EB2F34DE8EE}"/>
                    </a:ext>
                  </a:extLst>
                </p:cNvPr>
                <p:cNvSpPr txBox="1"/>
                <p:nvPr/>
              </p:nvSpPr>
              <p:spPr>
                <a:xfrm>
                  <a:off x="1495445" y="921316"/>
                  <a:ext cx="1803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9EDA4C8-2FE2-B721-99C5-6EB2F34DE8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5445" y="921316"/>
                  <a:ext cx="18030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3333" r="-30000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CC6B69B-CB53-AC46-DFE7-C591F037BB5F}"/>
                    </a:ext>
                  </a:extLst>
                </p:cNvPr>
                <p:cNvSpPr txBox="1"/>
                <p:nvPr/>
              </p:nvSpPr>
              <p:spPr>
                <a:xfrm>
                  <a:off x="2802819" y="2460307"/>
                  <a:ext cx="29617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CC6B69B-CB53-AC46-DFE7-C591F037BB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2819" y="2460307"/>
                  <a:ext cx="296171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0833" r="-4167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238E556-092D-D0B1-428A-DF5E6E4B4C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5765" y="3309641"/>
              <a:ext cx="0" cy="519409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55BC974-CCD8-5D2D-BF6A-18E4DBF5D9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5765" y="4753855"/>
              <a:ext cx="0" cy="519409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E8F3E64-BA2E-A947-BE5B-A80F087FAA86}"/>
                </a:ext>
              </a:extLst>
            </p:cNvPr>
            <p:cNvSpPr/>
            <p:nvPr/>
          </p:nvSpPr>
          <p:spPr>
            <a:xfrm>
              <a:off x="880384" y="3898667"/>
              <a:ext cx="1412252" cy="809491"/>
            </a:xfrm>
            <a:prstGeom prst="rect">
              <a:avLst/>
            </a:prstGeom>
            <a:solidFill>
              <a:srgbClr val="FFBCA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E957455-622D-C9A1-54F0-E39990173974}"/>
                </a:ext>
              </a:extLst>
            </p:cNvPr>
            <p:cNvSpPr txBox="1"/>
            <p:nvPr/>
          </p:nvSpPr>
          <p:spPr>
            <a:xfrm>
              <a:off x="1089238" y="4022901"/>
              <a:ext cx="106343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Positional</a:t>
              </a:r>
            </a:p>
            <a:p>
              <a:pPr algn="ctr"/>
              <a:r>
                <a:rPr lang="en-US" sz="1600" dirty="0"/>
                <a:t>Encoding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47F51F1-A3CB-76D2-1764-28D1C9EE3E98}"/>
                </a:ext>
              </a:extLst>
            </p:cNvPr>
            <p:cNvSpPr txBox="1"/>
            <p:nvPr/>
          </p:nvSpPr>
          <p:spPr>
            <a:xfrm>
              <a:off x="2991812" y="3965853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Static inputs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E54B450-34D6-0825-96FE-7B3DFF91EB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8630" y="3068492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AF3C993-1529-5B9A-8114-FEA3F7996A46}"/>
                </a:ext>
              </a:extLst>
            </p:cNvPr>
            <p:cNvSpPr txBox="1"/>
            <p:nvPr/>
          </p:nvSpPr>
          <p:spPr>
            <a:xfrm>
              <a:off x="4277687" y="2286357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bg1">
                      <a:lumMod val="65000"/>
                    </a:schemeClr>
                  </a:solidFill>
                </a:rPr>
                <a:t>ReLU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9FB5DBC-7584-B0C7-CC96-629AAD458A20}"/>
                </a:ext>
              </a:extLst>
            </p:cNvPr>
            <p:cNvSpPr/>
            <p:nvPr/>
          </p:nvSpPr>
          <p:spPr>
            <a:xfrm>
              <a:off x="4671720" y="256335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FBBF2E6-10CE-864C-06DB-6ED5FF24F0A5}"/>
                </a:ext>
              </a:extLst>
            </p:cNvPr>
            <p:cNvSpPr txBox="1"/>
            <p:nvPr/>
          </p:nvSpPr>
          <p:spPr>
            <a:xfrm>
              <a:off x="4809980" y="263327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FC1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FB49B20-3C2A-22D7-0B16-D35D8B1ADF40}"/>
                </a:ext>
              </a:extLst>
            </p:cNvPr>
            <p:cNvCxnSpPr>
              <a:cxnSpLocks/>
            </p:cNvCxnSpPr>
            <p:nvPr/>
          </p:nvCxnSpPr>
          <p:spPr>
            <a:xfrm>
              <a:off x="5620987" y="2782223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8F406E6-B2CD-9110-7721-9A4AF281E717}"/>
                </a:ext>
              </a:extLst>
            </p:cNvPr>
            <p:cNvSpPr/>
            <p:nvPr/>
          </p:nvSpPr>
          <p:spPr>
            <a:xfrm>
              <a:off x="6172026" y="256460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93316C5-5A5E-8FD1-9CD2-87132769C98F}"/>
                </a:ext>
              </a:extLst>
            </p:cNvPr>
            <p:cNvSpPr txBox="1"/>
            <p:nvPr/>
          </p:nvSpPr>
          <p:spPr>
            <a:xfrm>
              <a:off x="6310286" y="263452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FC2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54BE8F3-5C99-C964-2828-4D42FED2B95B}"/>
                </a:ext>
              </a:extLst>
            </p:cNvPr>
            <p:cNvSpPr txBox="1"/>
            <p:nvPr/>
          </p:nvSpPr>
          <p:spPr>
            <a:xfrm>
              <a:off x="5760560" y="2274392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Output layer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0BA37BB-52CB-E856-2358-BEB0EBF19098}"/>
                </a:ext>
              </a:extLst>
            </p:cNvPr>
            <p:cNvCxnSpPr>
              <a:cxnSpLocks/>
            </p:cNvCxnSpPr>
            <p:nvPr/>
          </p:nvCxnSpPr>
          <p:spPr>
            <a:xfrm>
              <a:off x="7006765" y="2782223"/>
              <a:ext cx="44416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1B2E2E8-752A-EFEE-4140-C75795C66A71}"/>
                </a:ext>
              </a:extLst>
            </p:cNvPr>
            <p:cNvSpPr txBox="1"/>
            <p:nvPr/>
          </p:nvSpPr>
          <p:spPr>
            <a:xfrm>
              <a:off x="7293441" y="2593134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Prediction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5276055-5060-E2E1-D85C-4E24FE0EF7D0}"/>
                </a:ext>
              </a:extLst>
            </p:cNvPr>
            <p:cNvSpPr/>
            <p:nvPr/>
          </p:nvSpPr>
          <p:spPr>
            <a:xfrm>
              <a:off x="3582746" y="2600108"/>
              <a:ext cx="421481" cy="421481"/>
            </a:xfrm>
            <a:prstGeom prst="ellipse">
              <a:avLst/>
            </a:prstGeom>
            <a:noFill/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9F411C4-A0D0-778B-DB43-B9EC180B8DAF}"/>
                </a:ext>
              </a:extLst>
            </p:cNvPr>
            <p:cNvSpPr txBox="1"/>
            <p:nvPr/>
          </p:nvSpPr>
          <p:spPr>
            <a:xfrm>
              <a:off x="3661100" y="2552416"/>
              <a:ext cx="2737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+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81D284C1-CEF1-E43A-0A22-8FE5D8AF1A51}"/>
                </a:ext>
              </a:extLst>
            </p:cNvPr>
            <p:cNvCxnSpPr>
              <a:cxnSpLocks/>
            </p:cNvCxnSpPr>
            <p:nvPr/>
          </p:nvCxnSpPr>
          <p:spPr>
            <a:xfrm>
              <a:off x="4130325" y="2802554"/>
              <a:ext cx="44025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0690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13780-F562-2BC6-5155-868DA1348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92DF3E-2459-CA77-8D88-F6ABA607EED9}"/>
              </a:ext>
            </a:extLst>
          </p:cNvPr>
          <p:cNvGrpSpPr/>
          <p:nvPr/>
        </p:nvGrpSpPr>
        <p:grpSpPr>
          <a:xfrm>
            <a:off x="868266" y="921316"/>
            <a:ext cx="8003944" cy="3413869"/>
            <a:chOff x="868266" y="921316"/>
            <a:chExt cx="8003944" cy="34138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13F0E3B-A00D-87B4-54CC-618AE7FBDDFA}"/>
                    </a:ext>
                  </a:extLst>
                </p:cNvPr>
                <p:cNvSpPr txBox="1"/>
                <p:nvPr/>
              </p:nvSpPr>
              <p:spPr>
                <a:xfrm>
                  <a:off x="1253295" y="4030149"/>
                  <a:ext cx="6646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13F0E3B-A00D-87B4-54CC-618AE7FBDD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3295" y="4030149"/>
                  <a:ext cx="664606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2018" t="-26087" r="-20183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79E8265-D2CF-85AA-90F8-E466BB4BE395}"/>
                </a:ext>
              </a:extLst>
            </p:cNvPr>
            <p:cNvSpPr/>
            <p:nvPr/>
          </p:nvSpPr>
          <p:spPr>
            <a:xfrm>
              <a:off x="868266" y="2368279"/>
              <a:ext cx="1412252" cy="809491"/>
            </a:xfrm>
            <a:prstGeom prst="rect">
              <a:avLst/>
            </a:prstGeom>
            <a:solidFill>
              <a:srgbClr val="FFBCA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BCA7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CF4E327-6B77-79AC-055D-E7FD7D5D51F5}"/>
                </a:ext>
              </a:extLst>
            </p:cNvPr>
            <p:cNvSpPr txBox="1"/>
            <p:nvPr/>
          </p:nvSpPr>
          <p:spPr>
            <a:xfrm>
              <a:off x="1109148" y="2492513"/>
              <a:ext cx="99937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Self </a:t>
              </a:r>
            </a:p>
            <a:p>
              <a:pPr algn="ctr"/>
              <a:r>
                <a:rPr lang="en-US" sz="1600" dirty="0"/>
                <a:t>Attention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15290EF-9E47-6DE4-B5F0-FA2D771964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5598" y="1342537"/>
              <a:ext cx="0" cy="924889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3D28945-C43F-028E-60DF-C6BCE99167CE}"/>
                </a:ext>
              </a:extLst>
            </p:cNvPr>
            <p:cNvCxnSpPr>
              <a:cxnSpLocks/>
            </p:cNvCxnSpPr>
            <p:nvPr/>
          </p:nvCxnSpPr>
          <p:spPr>
            <a:xfrm>
              <a:off x="2500458" y="2783473"/>
              <a:ext cx="987514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D0E49D8-7074-FAB3-CE4F-B14C759264A7}"/>
                    </a:ext>
                  </a:extLst>
                </p:cNvPr>
                <p:cNvSpPr txBox="1"/>
                <p:nvPr/>
              </p:nvSpPr>
              <p:spPr>
                <a:xfrm>
                  <a:off x="1495445" y="921316"/>
                  <a:ext cx="1803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D0E49D8-7074-FAB3-CE4F-B14C759264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5445" y="921316"/>
                  <a:ext cx="18030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3333" r="-30000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6226BA6-E252-CF66-A4EE-B51427498E23}"/>
                    </a:ext>
                  </a:extLst>
                </p:cNvPr>
                <p:cNvSpPr txBox="1"/>
                <p:nvPr/>
              </p:nvSpPr>
              <p:spPr>
                <a:xfrm>
                  <a:off x="2802819" y="2460307"/>
                  <a:ext cx="29617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6226BA6-E252-CF66-A4EE-B51427498E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2819" y="2460307"/>
                  <a:ext cx="296171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0833" r="-4167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C5DF20C-E17B-1B19-2DED-D17D7E867A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5598" y="3324084"/>
              <a:ext cx="0" cy="519409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97FD943-8A65-06F5-E819-549C12A04704}"/>
                </a:ext>
              </a:extLst>
            </p:cNvPr>
            <p:cNvSpPr txBox="1"/>
            <p:nvPr/>
          </p:nvSpPr>
          <p:spPr>
            <a:xfrm>
              <a:off x="2991812" y="3965853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Static inputs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E14E62A-68E8-3DFC-5BB3-95EA4D2FDD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8630" y="3068492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4D0A1A1-9B78-2FF8-8024-4C487D80D892}"/>
                </a:ext>
              </a:extLst>
            </p:cNvPr>
            <p:cNvSpPr txBox="1"/>
            <p:nvPr/>
          </p:nvSpPr>
          <p:spPr>
            <a:xfrm>
              <a:off x="4277687" y="2286357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bg1">
                      <a:lumMod val="65000"/>
                    </a:schemeClr>
                  </a:solidFill>
                </a:rPr>
                <a:t>ReLU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595F35A-A9C3-859A-12F3-4501255FF22D}"/>
                </a:ext>
              </a:extLst>
            </p:cNvPr>
            <p:cNvSpPr/>
            <p:nvPr/>
          </p:nvSpPr>
          <p:spPr>
            <a:xfrm>
              <a:off x="4671720" y="256335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C1D6BC0-F885-B0F9-D7D9-FAA3DE6EE1A5}"/>
                </a:ext>
              </a:extLst>
            </p:cNvPr>
            <p:cNvSpPr txBox="1"/>
            <p:nvPr/>
          </p:nvSpPr>
          <p:spPr>
            <a:xfrm>
              <a:off x="4809980" y="263327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FC1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E955082-5F52-8631-513A-C7565E5F44C3}"/>
                </a:ext>
              </a:extLst>
            </p:cNvPr>
            <p:cNvCxnSpPr>
              <a:cxnSpLocks/>
            </p:cNvCxnSpPr>
            <p:nvPr/>
          </p:nvCxnSpPr>
          <p:spPr>
            <a:xfrm>
              <a:off x="5620987" y="2782223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7F7DCCA-DE37-0DCE-0C31-FD2DBAA42A53}"/>
                </a:ext>
              </a:extLst>
            </p:cNvPr>
            <p:cNvSpPr/>
            <p:nvPr/>
          </p:nvSpPr>
          <p:spPr>
            <a:xfrm>
              <a:off x="6172026" y="256460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D605F03-0432-0F87-818D-CBA2DC712ECD}"/>
                </a:ext>
              </a:extLst>
            </p:cNvPr>
            <p:cNvSpPr txBox="1"/>
            <p:nvPr/>
          </p:nvSpPr>
          <p:spPr>
            <a:xfrm>
              <a:off x="6310286" y="263452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FC2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15C55BD-56B1-BA39-98BA-E7E0B79603FB}"/>
                </a:ext>
              </a:extLst>
            </p:cNvPr>
            <p:cNvSpPr txBox="1"/>
            <p:nvPr/>
          </p:nvSpPr>
          <p:spPr>
            <a:xfrm>
              <a:off x="5760560" y="2274392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Output layer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30437C2-40CB-811A-0307-B6E464DE4365}"/>
                </a:ext>
              </a:extLst>
            </p:cNvPr>
            <p:cNvCxnSpPr>
              <a:cxnSpLocks/>
            </p:cNvCxnSpPr>
            <p:nvPr/>
          </p:nvCxnSpPr>
          <p:spPr>
            <a:xfrm>
              <a:off x="7006765" y="2782223"/>
              <a:ext cx="44416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7D94A80-F0F8-33E4-9B75-D60D755931A2}"/>
                </a:ext>
              </a:extLst>
            </p:cNvPr>
            <p:cNvSpPr txBox="1"/>
            <p:nvPr/>
          </p:nvSpPr>
          <p:spPr>
            <a:xfrm>
              <a:off x="7293441" y="2593134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Prediction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FAF4BAE-FFF3-44FA-D0A9-6FDE84FE29F8}"/>
                </a:ext>
              </a:extLst>
            </p:cNvPr>
            <p:cNvSpPr/>
            <p:nvPr/>
          </p:nvSpPr>
          <p:spPr>
            <a:xfrm>
              <a:off x="3582746" y="2600108"/>
              <a:ext cx="421481" cy="421481"/>
            </a:xfrm>
            <a:prstGeom prst="ellipse">
              <a:avLst/>
            </a:prstGeom>
            <a:noFill/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E37BC58-B73C-F5A5-40F0-6B2B09687024}"/>
                </a:ext>
              </a:extLst>
            </p:cNvPr>
            <p:cNvSpPr txBox="1"/>
            <p:nvPr/>
          </p:nvSpPr>
          <p:spPr>
            <a:xfrm>
              <a:off x="3661100" y="2552416"/>
              <a:ext cx="2737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+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14C9DC18-5A5B-C7AD-5A37-545EABC44082}"/>
                </a:ext>
              </a:extLst>
            </p:cNvPr>
            <p:cNvCxnSpPr>
              <a:cxnSpLocks/>
            </p:cNvCxnSpPr>
            <p:nvPr/>
          </p:nvCxnSpPr>
          <p:spPr>
            <a:xfrm>
              <a:off x="4130325" y="2802554"/>
              <a:ext cx="44025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81445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158C5-E6B9-267F-6DA6-64A22E7DD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29E176B8-1975-A6B7-D142-84C7390E09D6}"/>
              </a:ext>
            </a:extLst>
          </p:cNvPr>
          <p:cNvGrpSpPr/>
          <p:nvPr/>
        </p:nvGrpSpPr>
        <p:grpSpPr>
          <a:xfrm>
            <a:off x="754458" y="1941971"/>
            <a:ext cx="10563223" cy="2439380"/>
            <a:chOff x="754458" y="1941971"/>
            <a:chExt cx="10563223" cy="24393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FF30F9A-99E1-9EC9-8D9A-1D19E44BE0FC}"/>
                    </a:ext>
                  </a:extLst>
                </p:cNvPr>
                <p:cNvSpPr txBox="1"/>
                <p:nvPr/>
              </p:nvSpPr>
              <p:spPr>
                <a:xfrm>
                  <a:off x="1591197" y="403568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FF30F9A-99E1-9EC9-8D9A-1D19E44BE0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1197" y="4035682"/>
                  <a:ext cx="703719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0000" t="-26667" r="-20000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08FAE13-40A8-5C0F-6B2A-9522BDAD533C}"/>
                </a:ext>
              </a:extLst>
            </p:cNvPr>
            <p:cNvSpPr txBox="1"/>
            <p:nvPr/>
          </p:nvSpPr>
          <p:spPr>
            <a:xfrm>
              <a:off x="3244903" y="1941971"/>
              <a:ext cx="5982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RNN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BF64609-A2A1-8439-F899-95C85C8C735F}"/>
                </a:ext>
              </a:extLst>
            </p:cNvPr>
            <p:cNvGrpSpPr/>
            <p:nvPr/>
          </p:nvGrpSpPr>
          <p:grpSpPr>
            <a:xfrm>
              <a:off x="754458" y="259907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5DCB009-069D-9153-978F-94338CD1037F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1C1988B-68B9-E404-6EED-EB98A1649FF5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1C1988B-68B9-E404-6EED-EB98A1649F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6721F07-D05B-0073-7555-D547EF2858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1940" y="314814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43F5EC9-97EB-A477-E93E-5F85467688EE}"/>
                </a:ext>
              </a:extLst>
            </p:cNvPr>
            <p:cNvCxnSpPr>
              <a:cxnSpLocks/>
            </p:cNvCxnSpPr>
            <p:nvPr/>
          </p:nvCxnSpPr>
          <p:spPr>
            <a:xfrm>
              <a:off x="1257925" y="281794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D8E667D-BE62-E85C-DD80-ED3D3FA67F7F}"/>
                </a:ext>
              </a:extLst>
            </p:cNvPr>
            <p:cNvGrpSpPr/>
            <p:nvPr/>
          </p:nvGrpSpPr>
          <p:grpSpPr>
            <a:xfrm>
              <a:off x="1796990" y="259907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00F4FD1-050C-0B7A-0FBF-2CB67B6A1536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0EA14C51-4E51-5DF7-CEEE-370761040925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76742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0EA14C51-4E51-5DF7-CEEE-3707610409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7674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1739" r="-6522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BAB79A3-E81C-93D7-11EA-D04D214FDCCD}"/>
                    </a:ext>
                  </a:extLst>
                </p:cNvPr>
                <p:cNvSpPr txBox="1"/>
                <p:nvPr/>
              </p:nvSpPr>
              <p:spPr>
                <a:xfrm>
                  <a:off x="2633729" y="4035682"/>
                  <a:ext cx="69307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BAB79A3-E81C-93D7-11EA-D04D214FD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3729" y="4035682"/>
                  <a:ext cx="69307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0175" t="-26667" r="-20175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4120FE1-22DD-061F-4C16-B6BEB046EE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4472" y="314814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3DA762A-AF8B-FEC7-1830-4A173B0D7C8F}"/>
                </a:ext>
              </a:extLst>
            </p:cNvPr>
            <p:cNvCxnSpPr>
              <a:cxnSpLocks/>
            </p:cNvCxnSpPr>
            <p:nvPr/>
          </p:nvCxnSpPr>
          <p:spPr>
            <a:xfrm>
              <a:off x="2300457" y="281794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0C84C1B-6F94-C3F8-1036-549C14AF6EF8}"/>
                </a:ext>
              </a:extLst>
            </p:cNvPr>
            <p:cNvGrpSpPr/>
            <p:nvPr/>
          </p:nvGrpSpPr>
          <p:grpSpPr>
            <a:xfrm>
              <a:off x="2839522" y="259907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EB994C9-F428-8BED-7DEB-96EBE7233E91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A69016B8-74AF-BD0F-50FC-7E1553AB0F5E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A69016B8-74AF-BD0F-50FC-7E1553AB0F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8B3FD2D-E937-E40D-1DDA-BC4F2B12709B}"/>
                    </a:ext>
                  </a:extLst>
                </p:cNvPr>
                <p:cNvSpPr txBox="1"/>
                <p:nvPr/>
              </p:nvSpPr>
              <p:spPr>
                <a:xfrm>
                  <a:off x="3637351" y="403568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8B3FD2D-E937-E40D-1DDA-BC4F2B1270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7351" y="4035682"/>
                  <a:ext cx="703719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0870" t="-26667" r="-19130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133311FF-78D2-760D-D85E-E53020F598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8094" y="314814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FA7BDB90-AA12-15D3-F1BF-3F74FC95B465}"/>
                </a:ext>
              </a:extLst>
            </p:cNvPr>
            <p:cNvCxnSpPr>
              <a:cxnSpLocks/>
            </p:cNvCxnSpPr>
            <p:nvPr/>
          </p:nvCxnSpPr>
          <p:spPr>
            <a:xfrm>
              <a:off x="3304079" y="281794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C2980E5-8AC6-0A33-4A4E-AEB70281D968}"/>
                </a:ext>
              </a:extLst>
            </p:cNvPr>
            <p:cNvGrpSpPr/>
            <p:nvPr/>
          </p:nvGrpSpPr>
          <p:grpSpPr>
            <a:xfrm>
              <a:off x="3843144" y="259907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59C791C0-3B66-87A1-B76C-7CD4C24F2055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886D8961-80A4-FC21-D5FF-DD8B4F3F1FA7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886D8961-80A4-FC21-D5FF-DD8B4F3F1F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CDC6C561-D267-73F4-91C7-1B4A7E78EE2E}"/>
                    </a:ext>
                  </a:extLst>
                </p:cNvPr>
                <p:cNvSpPr txBox="1"/>
                <p:nvPr/>
              </p:nvSpPr>
              <p:spPr>
                <a:xfrm>
                  <a:off x="4678340" y="403568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CDC6C561-D267-73F4-91C7-1B4A7E78EE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8340" y="4035682"/>
                  <a:ext cx="703719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9828" t="-26667" r="-18966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7DAC2FAB-BF22-0C07-C123-4A91FD6824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9083" y="314814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6C97E1C8-3655-23EB-D4C2-6DA0B55792C7}"/>
                </a:ext>
              </a:extLst>
            </p:cNvPr>
            <p:cNvCxnSpPr>
              <a:cxnSpLocks/>
            </p:cNvCxnSpPr>
            <p:nvPr/>
          </p:nvCxnSpPr>
          <p:spPr>
            <a:xfrm>
              <a:off x="4345068" y="281794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D13C532-5AA1-01A1-A164-11D60A2A67A9}"/>
                </a:ext>
              </a:extLst>
            </p:cNvPr>
            <p:cNvGrpSpPr/>
            <p:nvPr/>
          </p:nvGrpSpPr>
          <p:grpSpPr>
            <a:xfrm>
              <a:off x="4884133" y="259907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A7C36CDD-1560-49BA-BA8E-0810522C2BF5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1D52E000-1704-ABF4-0FB3-86334A4BF391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1D52E000-1704-ABF4-0FB3-86334A4BF3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FEFB3EE-1C22-34B2-1E82-4AE505152F28}"/>
                </a:ext>
              </a:extLst>
            </p:cNvPr>
            <p:cNvSpPr/>
            <p:nvPr/>
          </p:nvSpPr>
          <p:spPr>
            <a:xfrm>
              <a:off x="1487679" y="2278351"/>
              <a:ext cx="4120156" cy="1050638"/>
            </a:xfrm>
            <a:prstGeom prst="rect">
              <a:avLst/>
            </a:prstGeom>
            <a:noFill/>
            <a:ln>
              <a:solidFill>
                <a:srgbClr val="FFBC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737B28B7-7921-E877-80BF-BB983D7792E6}"/>
                </a:ext>
              </a:extLst>
            </p:cNvPr>
            <p:cNvCxnSpPr>
              <a:cxnSpLocks/>
            </p:cNvCxnSpPr>
            <p:nvPr/>
          </p:nvCxnSpPr>
          <p:spPr>
            <a:xfrm>
              <a:off x="5382059" y="2817941"/>
              <a:ext cx="582972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176513F-3198-5071-693E-056DBC0FE2B1}"/>
                </a:ext>
              </a:extLst>
            </p:cNvPr>
            <p:cNvSpPr txBox="1"/>
            <p:nvPr/>
          </p:nvSpPr>
          <p:spPr>
            <a:xfrm>
              <a:off x="5437283" y="4012019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Static inputs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98606D9F-571B-B80A-ACA2-ABB058F87C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4101" y="3114658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7F8AFB0-EAF9-02FE-D7F7-FAAAE4ECCD07}"/>
                </a:ext>
              </a:extLst>
            </p:cNvPr>
            <p:cNvSpPr txBox="1"/>
            <p:nvPr/>
          </p:nvSpPr>
          <p:spPr>
            <a:xfrm>
              <a:off x="6723158" y="2283128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bg1">
                      <a:lumMod val="65000"/>
                    </a:schemeClr>
                  </a:solidFill>
                </a:rPr>
                <a:t>ReLU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93B1431-35A7-D22D-7098-A4C93D680E82}"/>
                </a:ext>
              </a:extLst>
            </p:cNvPr>
            <p:cNvSpPr/>
            <p:nvPr/>
          </p:nvSpPr>
          <p:spPr>
            <a:xfrm>
              <a:off x="7117191" y="2560127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2854A44-6044-EA12-22C2-68606916C7F9}"/>
                </a:ext>
              </a:extLst>
            </p:cNvPr>
            <p:cNvSpPr txBox="1"/>
            <p:nvPr/>
          </p:nvSpPr>
          <p:spPr>
            <a:xfrm>
              <a:off x="7255451" y="2630048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FC1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DFA1E107-B53C-C2F1-CBE6-095F18B520CE}"/>
                </a:ext>
              </a:extLst>
            </p:cNvPr>
            <p:cNvCxnSpPr>
              <a:cxnSpLocks/>
            </p:cNvCxnSpPr>
            <p:nvPr/>
          </p:nvCxnSpPr>
          <p:spPr>
            <a:xfrm>
              <a:off x="8066458" y="2778994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03F7F1E1-0A0F-AB8F-DEAF-ABE1317A0F05}"/>
                </a:ext>
              </a:extLst>
            </p:cNvPr>
            <p:cNvSpPr/>
            <p:nvPr/>
          </p:nvSpPr>
          <p:spPr>
            <a:xfrm>
              <a:off x="8617497" y="2561377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789DE0E-0166-38DD-F5C8-028489CD4CDB}"/>
                </a:ext>
              </a:extLst>
            </p:cNvPr>
            <p:cNvSpPr txBox="1"/>
            <p:nvPr/>
          </p:nvSpPr>
          <p:spPr>
            <a:xfrm>
              <a:off x="8755757" y="2631298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FC2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C86888C-B4BE-9635-CCD4-03EA59B8B833}"/>
                </a:ext>
              </a:extLst>
            </p:cNvPr>
            <p:cNvSpPr txBox="1"/>
            <p:nvPr/>
          </p:nvSpPr>
          <p:spPr>
            <a:xfrm>
              <a:off x="8493427" y="2278351"/>
              <a:ext cx="1043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Output layer</a:t>
              </a: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350F5D16-F923-2C91-A614-612B8569F301}"/>
                </a:ext>
              </a:extLst>
            </p:cNvPr>
            <p:cNvCxnSpPr>
              <a:cxnSpLocks/>
            </p:cNvCxnSpPr>
            <p:nvPr/>
          </p:nvCxnSpPr>
          <p:spPr>
            <a:xfrm>
              <a:off x="9452236" y="2778994"/>
              <a:ext cx="44416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53224B4-FD58-01FD-3C32-0E54D3F95591}"/>
                </a:ext>
              </a:extLst>
            </p:cNvPr>
            <p:cNvSpPr txBox="1"/>
            <p:nvPr/>
          </p:nvSpPr>
          <p:spPr>
            <a:xfrm>
              <a:off x="9738912" y="2589905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Prediction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23CD0D2E-EC20-208C-F2AF-C8B238895BF4}"/>
                </a:ext>
              </a:extLst>
            </p:cNvPr>
            <p:cNvSpPr/>
            <p:nvPr/>
          </p:nvSpPr>
          <p:spPr>
            <a:xfrm>
              <a:off x="6028217" y="2596879"/>
              <a:ext cx="421481" cy="421481"/>
            </a:xfrm>
            <a:prstGeom prst="ellipse">
              <a:avLst/>
            </a:prstGeom>
            <a:noFill/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1A22566-94D1-5146-1E71-D3C2FBA44181}"/>
                </a:ext>
              </a:extLst>
            </p:cNvPr>
            <p:cNvSpPr txBox="1"/>
            <p:nvPr/>
          </p:nvSpPr>
          <p:spPr>
            <a:xfrm>
              <a:off x="6106571" y="2549187"/>
              <a:ext cx="2737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+</a:t>
              </a:r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A3ADAB0A-AA0D-10E0-4DE2-15C2FACB629B}"/>
                </a:ext>
              </a:extLst>
            </p:cNvPr>
            <p:cNvCxnSpPr>
              <a:cxnSpLocks/>
            </p:cNvCxnSpPr>
            <p:nvPr/>
          </p:nvCxnSpPr>
          <p:spPr>
            <a:xfrm>
              <a:off x="6575796" y="2799325"/>
              <a:ext cx="44025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3710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736F4-58A8-506A-2307-7B2181833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roup 256">
            <a:extLst>
              <a:ext uri="{FF2B5EF4-FFF2-40B4-BE49-F238E27FC236}">
                <a16:creationId xmlns:a16="http://schemas.microsoft.com/office/drawing/2014/main" id="{CEF0C642-453D-2EF3-9011-8F66646D00C6}"/>
              </a:ext>
            </a:extLst>
          </p:cNvPr>
          <p:cNvGrpSpPr/>
          <p:nvPr/>
        </p:nvGrpSpPr>
        <p:grpSpPr>
          <a:xfrm>
            <a:off x="-51320" y="347540"/>
            <a:ext cx="12490269" cy="2998421"/>
            <a:chOff x="-51320" y="347540"/>
            <a:chExt cx="12490269" cy="29984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BD63804-322F-F4EC-D6FD-CFC8103978C6}"/>
                    </a:ext>
                  </a:extLst>
                </p:cNvPr>
                <p:cNvSpPr txBox="1"/>
                <p:nvPr/>
              </p:nvSpPr>
              <p:spPr>
                <a:xfrm>
                  <a:off x="785419" y="300029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BD63804-322F-F4EC-D6FD-CFC8103978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419" y="3000292"/>
                  <a:ext cx="703719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0870" t="-26087" r="-19130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A255F3D-9A3B-AE95-0FFA-2A3EC02353EE}"/>
                </a:ext>
              </a:extLst>
            </p:cNvPr>
            <p:cNvGrpSpPr/>
            <p:nvPr/>
          </p:nvGrpSpPr>
          <p:grpSpPr>
            <a:xfrm>
              <a:off x="-51320" y="156368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1CF9B61-EB77-B75A-B491-913E251AF639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63442DA6-DBBC-1089-6206-0F3452C8A288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63442DA6-DBBC-1089-6206-0F3452C8A2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FC52F0D-69C3-7733-6D56-1722E63038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6162" y="211275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4646A16-B835-D783-C39F-D1827F8953B0}"/>
                </a:ext>
              </a:extLst>
            </p:cNvPr>
            <p:cNvCxnSpPr>
              <a:cxnSpLocks/>
            </p:cNvCxnSpPr>
            <p:nvPr/>
          </p:nvCxnSpPr>
          <p:spPr>
            <a:xfrm>
              <a:off x="452147" y="178255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CACAC36-EBE0-78E1-4E8E-A4387B00E62E}"/>
                </a:ext>
              </a:extLst>
            </p:cNvPr>
            <p:cNvGrpSpPr/>
            <p:nvPr/>
          </p:nvGrpSpPr>
          <p:grpSpPr>
            <a:xfrm>
              <a:off x="991212" y="156368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23EC851-0019-4D1F-D046-9D41E65F7FA4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B8664930-1E17-C7B0-DC3C-CB3B00F526E9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76742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B8664930-1E17-C7B0-DC3C-CB3B00F526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7674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2222" r="-8889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AA732CB-69D0-947B-FEEF-4880AE1E3A41}"/>
                    </a:ext>
                  </a:extLst>
                </p:cNvPr>
                <p:cNvSpPr txBox="1"/>
                <p:nvPr/>
              </p:nvSpPr>
              <p:spPr>
                <a:xfrm>
                  <a:off x="1827951" y="3000292"/>
                  <a:ext cx="69307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AA732CB-69D0-947B-FEEF-4880AE1E3A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7951" y="3000292"/>
                  <a:ext cx="69307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1053" t="-26087" r="-19298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45DA93EC-D941-AEDC-687B-A9EFDC27FF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8694" y="211275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785CB44B-B104-FFDB-01C6-270161ECD36A}"/>
                </a:ext>
              </a:extLst>
            </p:cNvPr>
            <p:cNvCxnSpPr>
              <a:cxnSpLocks/>
            </p:cNvCxnSpPr>
            <p:nvPr/>
          </p:nvCxnSpPr>
          <p:spPr>
            <a:xfrm>
              <a:off x="1494679" y="178255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9648294-1F29-D6BA-EEB2-A834F33C6DC9}"/>
                </a:ext>
              </a:extLst>
            </p:cNvPr>
            <p:cNvGrpSpPr/>
            <p:nvPr/>
          </p:nvGrpSpPr>
          <p:grpSpPr>
            <a:xfrm>
              <a:off x="2033744" y="156368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595C683-E135-6D52-95D0-CC773F615300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769A3D2F-641B-20B0-5ACA-D069E883C3A4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769A3D2F-641B-20B0-5ACA-D069E883C3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F300350-CDA7-97BD-E4DB-C71540486874}"/>
                    </a:ext>
                  </a:extLst>
                </p:cNvPr>
                <p:cNvSpPr txBox="1"/>
                <p:nvPr/>
              </p:nvSpPr>
              <p:spPr>
                <a:xfrm>
                  <a:off x="2831573" y="300029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F300350-CDA7-97BD-E4DB-C715404868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1573" y="3000292"/>
                  <a:ext cx="703719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9828" t="-26087" r="-18966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507EE00-7E14-8BDA-B51C-55AC7AF7E4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2316" y="211275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448B4702-29F2-C7FB-2A85-24F18B898BB4}"/>
                </a:ext>
              </a:extLst>
            </p:cNvPr>
            <p:cNvCxnSpPr>
              <a:cxnSpLocks/>
            </p:cNvCxnSpPr>
            <p:nvPr/>
          </p:nvCxnSpPr>
          <p:spPr>
            <a:xfrm>
              <a:off x="2498301" y="178255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5F6B16F-AB02-CFF3-63A0-8EE85ABA09D9}"/>
                </a:ext>
              </a:extLst>
            </p:cNvPr>
            <p:cNvGrpSpPr/>
            <p:nvPr/>
          </p:nvGrpSpPr>
          <p:grpSpPr>
            <a:xfrm>
              <a:off x="3037366" y="156368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EDCBA1C6-BB9E-FAC6-CCFC-1FC8C60CA6F8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76CD1A50-D0A0-F041-1D0D-B4D4AB0CD872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76CD1A50-D0A0-F041-1D0D-B4D4AB0CD8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5FF1AAA2-1868-49C8-E779-ED520FE2344A}"/>
                    </a:ext>
                  </a:extLst>
                </p:cNvPr>
                <p:cNvSpPr txBox="1"/>
                <p:nvPr/>
              </p:nvSpPr>
              <p:spPr>
                <a:xfrm>
                  <a:off x="3872562" y="300029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5FF1AAA2-1868-49C8-E779-ED520FE234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2562" y="3000292"/>
                  <a:ext cx="703719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9828" t="-26087" r="-18966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2F16EDD2-9308-F2F4-9A5C-778D19AE16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53305" y="211275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AAF07854-4E98-D03E-599B-47883F507D35}"/>
                </a:ext>
              </a:extLst>
            </p:cNvPr>
            <p:cNvCxnSpPr>
              <a:cxnSpLocks/>
            </p:cNvCxnSpPr>
            <p:nvPr/>
          </p:nvCxnSpPr>
          <p:spPr>
            <a:xfrm>
              <a:off x="3539290" y="178255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65933D8-F3D9-FAF7-1DC4-FF3E2464B7CD}"/>
                </a:ext>
              </a:extLst>
            </p:cNvPr>
            <p:cNvGrpSpPr/>
            <p:nvPr/>
          </p:nvGrpSpPr>
          <p:grpSpPr>
            <a:xfrm>
              <a:off x="4078355" y="156368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FA60914C-488E-4EBA-55C3-907B6AD6D14F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D2A85A85-D8A9-19E3-3968-F98B04F65FD1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D2A85A85-D8A9-19E3-3968-F98B04F65F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1277" r="-6383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7E8F9F9-A2B1-A9E3-3A33-0091F2210302}"/>
                </a:ext>
              </a:extLst>
            </p:cNvPr>
            <p:cNvSpPr/>
            <p:nvPr/>
          </p:nvSpPr>
          <p:spPr>
            <a:xfrm>
              <a:off x="620511" y="1377944"/>
              <a:ext cx="4181545" cy="920158"/>
            </a:xfrm>
            <a:prstGeom prst="rect">
              <a:avLst/>
            </a:prstGeom>
            <a:noFill/>
            <a:ln>
              <a:solidFill>
                <a:srgbClr val="FFBC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EEDAA19F-ECFA-5A93-2630-250D6480D348}"/>
                </a:ext>
              </a:extLst>
            </p:cNvPr>
            <p:cNvCxnSpPr>
              <a:cxnSpLocks/>
            </p:cNvCxnSpPr>
            <p:nvPr/>
          </p:nvCxnSpPr>
          <p:spPr>
            <a:xfrm>
              <a:off x="4576281" y="1782551"/>
              <a:ext cx="582972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998B510-D03C-B8A5-B8D4-55AA20860531}"/>
                </a:ext>
              </a:extLst>
            </p:cNvPr>
            <p:cNvSpPr txBox="1"/>
            <p:nvPr/>
          </p:nvSpPr>
          <p:spPr>
            <a:xfrm>
              <a:off x="4631505" y="2976629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Static inputs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263E7990-5AE9-EF80-6785-D3BF729D80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8323" y="2079268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288CE86-E2DD-1A01-9229-880E2CE53A08}"/>
                </a:ext>
              </a:extLst>
            </p:cNvPr>
            <p:cNvSpPr txBox="1"/>
            <p:nvPr/>
          </p:nvSpPr>
          <p:spPr>
            <a:xfrm>
              <a:off x="5917380" y="1247738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bg1">
                      <a:lumMod val="65000"/>
                    </a:schemeClr>
                  </a:solidFill>
                </a:rPr>
                <a:t>ReLU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DE6104C-45DD-A5ED-1A86-B21824C347F4}"/>
                </a:ext>
              </a:extLst>
            </p:cNvPr>
            <p:cNvSpPr/>
            <p:nvPr/>
          </p:nvSpPr>
          <p:spPr>
            <a:xfrm>
              <a:off x="6311413" y="1524737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19AE983-D3DA-0D65-9DBA-1D2141BF871D}"/>
                </a:ext>
              </a:extLst>
            </p:cNvPr>
            <p:cNvSpPr txBox="1"/>
            <p:nvPr/>
          </p:nvSpPr>
          <p:spPr>
            <a:xfrm>
              <a:off x="6449673" y="1594658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FC1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B4A28283-3212-6C21-15B9-2797D8EB0266}"/>
                </a:ext>
              </a:extLst>
            </p:cNvPr>
            <p:cNvCxnSpPr>
              <a:cxnSpLocks/>
            </p:cNvCxnSpPr>
            <p:nvPr/>
          </p:nvCxnSpPr>
          <p:spPr>
            <a:xfrm>
              <a:off x="8107997" y="1743604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F287B56-9BB1-B8C0-35B8-5FD1810146A7}"/>
                </a:ext>
              </a:extLst>
            </p:cNvPr>
            <p:cNvSpPr/>
            <p:nvPr/>
          </p:nvSpPr>
          <p:spPr>
            <a:xfrm>
              <a:off x="5222439" y="1561489"/>
              <a:ext cx="421481" cy="421481"/>
            </a:xfrm>
            <a:prstGeom prst="ellipse">
              <a:avLst/>
            </a:prstGeom>
            <a:noFill/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33DCBA9-4FAD-0262-64B1-227D0F69AB92}"/>
                </a:ext>
              </a:extLst>
            </p:cNvPr>
            <p:cNvSpPr txBox="1"/>
            <p:nvPr/>
          </p:nvSpPr>
          <p:spPr>
            <a:xfrm>
              <a:off x="5300793" y="1513797"/>
              <a:ext cx="2737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+</a:t>
              </a:r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FF64599D-C799-483B-3640-45B6A31A838E}"/>
                </a:ext>
              </a:extLst>
            </p:cNvPr>
            <p:cNvCxnSpPr>
              <a:cxnSpLocks/>
            </p:cNvCxnSpPr>
            <p:nvPr/>
          </p:nvCxnSpPr>
          <p:spPr>
            <a:xfrm>
              <a:off x="5770018" y="1763935"/>
              <a:ext cx="44025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083515D-C148-C3EA-382D-CC352715C861}"/>
                </a:ext>
              </a:extLst>
            </p:cNvPr>
            <p:cNvGrpSpPr/>
            <p:nvPr/>
          </p:nvGrpSpPr>
          <p:grpSpPr>
            <a:xfrm>
              <a:off x="8704640" y="1513797"/>
              <a:ext cx="396310" cy="437734"/>
              <a:chOff x="548513" y="2563354"/>
              <a:chExt cx="396310" cy="437734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C4F2831-F0B8-19EA-5AD5-BD4779C525F4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DA5FA703-6C42-383F-B119-98ED097B8D27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50260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DA5FA703-6C42-383F-B119-98ED097B8D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50260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4634" r="-975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44DC19E-B7EE-1BC5-9707-D7AFB19D58A4}"/>
                </a:ext>
              </a:extLst>
            </p:cNvPr>
            <p:cNvCxnSpPr>
              <a:cxnSpLocks/>
            </p:cNvCxnSpPr>
            <p:nvPr/>
          </p:nvCxnSpPr>
          <p:spPr>
            <a:xfrm>
              <a:off x="9208107" y="1732664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A36DC9B-8084-AB06-FD36-9DDD85CB708E}"/>
                </a:ext>
              </a:extLst>
            </p:cNvPr>
            <p:cNvGrpSpPr/>
            <p:nvPr/>
          </p:nvGrpSpPr>
          <p:grpSpPr>
            <a:xfrm>
              <a:off x="9747172" y="1513797"/>
              <a:ext cx="396310" cy="437734"/>
              <a:chOff x="548513" y="2563354"/>
              <a:chExt cx="396310" cy="437734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2A1D88-F245-A429-4B41-4D5A37C2F93E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EAA9DA33-4A79-070C-ECAF-99B045C93C73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EAA9DA33-4A79-070C-ECAF-99B045C93C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4286" r="-9524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7BDF2F4-8D23-0510-304B-B75B90D489B1}"/>
                </a:ext>
              </a:extLst>
            </p:cNvPr>
            <p:cNvCxnSpPr>
              <a:cxnSpLocks/>
            </p:cNvCxnSpPr>
            <p:nvPr/>
          </p:nvCxnSpPr>
          <p:spPr>
            <a:xfrm>
              <a:off x="10250639" y="1732664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4353397-1CE1-9EB4-7749-35A53A8EB5CB}"/>
                </a:ext>
              </a:extLst>
            </p:cNvPr>
            <p:cNvCxnSpPr>
              <a:cxnSpLocks/>
            </p:cNvCxnSpPr>
            <p:nvPr/>
          </p:nvCxnSpPr>
          <p:spPr>
            <a:xfrm>
              <a:off x="11254261" y="1732664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B36C2C3-D417-AF25-4B2E-F8A1A320D0F0}"/>
                </a:ext>
              </a:extLst>
            </p:cNvPr>
            <p:cNvGrpSpPr/>
            <p:nvPr/>
          </p:nvGrpSpPr>
          <p:grpSpPr>
            <a:xfrm>
              <a:off x="11793326" y="1513797"/>
              <a:ext cx="396310" cy="437734"/>
              <a:chOff x="548513" y="2563354"/>
              <a:chExt cx="396310" cy="437734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03063BC-475D-641A-F015-88D7069413AB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16E55E3F-338D-ED41-D70C-A1FB00C39A96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16E55E3F-338D-ED41-D70C-A1FB00C39A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4286" r="-9524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50EAF95-25D5-B694-58D0-AC5D2FB87196}"/>
                    </a:ext>
                  </a:extLst>
                </p:cNvPr>
                <p:cNvSpPr txBox="1"/>
                <p:nvPr/>
              </p:nvSpPr>
              <p:spPr>
                <a:xfrm>
                  <a:off x="8515032" y="300029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50EAF95-25D5-B694-58D0-AC5D2FB871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5032" y="3000292"/>
                  <a:ext cx="703719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20870" t="-26087" r="-19130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3BA8BCD-4D93-B092-497F-C281F502B2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95775" y="211275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FB0A9F8D-662D-3715-1B62-83E1FBFAB95F}"/>
                    </a:ext>
                  </a:extLst>
                </p:cNvPr>
                <p:cNvSpPr txBox="1"/>
                <p:nvPr/>
              </p:nvSpPr>
              <p:spPr>
                <a:xfrm>
                  <a:off x="9557564" y="300029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FB0A9F8D-662D-3715-1B62-83E1FBFAB9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7564" y="3000292"/>
                  <a:ext cx="703719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0870" t="-26087" r="-19130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C1A8412-3124-01A5-4B2D-CAD863375F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38307" y="211275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EB2DE09-5D54-22DF-D4FC-C6612904223D}"/>
                    </a:ext>
                  </a:extLst>
                </p:cNvPr>
                <p:cNvSpPr txBox="1"/>
                <p:nvPr/>
              </p:nvSpPr>
              <p:spPr>
                <a:xfrm>
                  <a:off x="11602175" y="3000292"/>
                  <a:ext cx="6941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EB2DE09-5D54-22DF-D4FC-C661290422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02175" y="3000292"/>
                  <a:ext cx="694101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20175" t="-26087" r="-20175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60214B4-AB68-1A30-43E0-65892BF585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82918" y="211275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23854E5A-F236-410B-6109-EF6E5234DE86}"/>
                </a:ext>
              </a:extLst>
            </p:cNvPr>
            <p:cNvSpPr txBox="1"/>
            <p:nvPr/>
          </p:nvSpPr>
          <p:spPr>
            <a:xfrm>
              <a:off x="10788414" y="1513797"/>
              <a:ext cx="362600" cy="33855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7B7FDBC2-E57A-A96B-6AE6-8CB38A25B6BE}"/>
                    </a:ext>
                  </a:extLst>
                </p:cNvPr>
                <p:cNvSpPr txBox="1"/>
                <p:nvPr/>
              </p:nvSpPr>
              <p:spPr>
                <a:xfrm>
                  <a:off x="8761763" y="347540"/>
                  <a:ext cx="27135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7B7FDBC2-E57A-A96B-6AE6-8CB38A25B6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1763" y="347540"/>
                  <a:ext cx="271356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2222" r="-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702D3F1B-C167-000C-51A5-138F557CDF1C}"/>
                    </a:ext>
                  </a:extLst>
                </p:cNvPr>
                <p:cNvSpPr txBox="1"/>
                <p:nvPr/>
              </p:nvSpPr>
              <p:spPr>
                <a:xfrm>
                  <a:off x="9812575" y="347540"/>
                  <a:ext cx="27667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702D3F1B-C167-000C-51A5-138F557CDF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2575" y="347540"/>
                  <a:ext cx="276679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22222" r="-8889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C9C774F7-9482-AC8E-9626-DEA2E8038A0A}"/>
                </a:ext>
              </a:extLst>
            </p:cNvPr>
            <p:cNvGrpSpPr/>
            <p:nvPr/>
          </p:nvGrpSpPr>
          <p:grpSpPr>
            <a:xfrm>
              <a:off x="8905810" y="1229549"/>
              <a:ext cx="3070297" cy="216942"/>
              <a:chOff x="7205122" y="1736796"/>
              <a:chExt cx="3070297" cy="545514"/>
            </a:xfrm>
          </p:grpSpPr>
          <p:cxnSp>
            <p:nvCxnSpPr>
              <p:cNvPr id="155" name="Straight Arrow Connector 154">
                <a:extLst>
                  <a:ext uri="{FF2B5EF4-FFF2-40B4-BE49-F238E27FC236}">
                    <a16:creationId xmlns:a16="http://schemas.microsoft.com/office/drawing/2014/main" id="{21A40C25-2A55-57EE-D886-FE95B6F4FE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05122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Arrow Connector 161">
                <a:extLst>
                  <a:ext uri="{FF2B5EF4-FFF2-40B4-BE49-F238E27FC236}">
                    <a16:creationId xmlns:a16="http://schemas.microsoft.com/office/drawing/2014/main" id="{C7AD8C9F-428B-E0B3-73F9-55798052BA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55934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21E90505-A3AD-0D6D-461E-3F2EEF3533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75419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B1EF24CE-C07C-DA08-CA05-48C5ACCDF14A}"/>
                    </a:ext>
                  </a:extLst>
                </p:cNvPr>
                <p:cNvSpPr txBox="1"/>
                <p:nvPr/>
              </p:nvSpPr>
              <p:spPr>
                <a:xfrm>
                  <a:off x="11832060" y="347540"/>
                  <a:ext cx="27667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B1EF24CE-C07C-DA08-CA05-48C5ACCDF1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32060" y="347540"/>
                  <a:ext cx="276679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22222" r="-8889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41104D7-F9B5-4296-1B19-164D759B78B4}"/>
                </a:ext>
              </a:extLst>
            </p:cNvPr>
            <p:cNvSpPr/>
            <p:nvPr/>
          </p:nvSpPr>
          <p:spPr>
            <a:xfrm>
              <a:off x="8704639" y="942593"/>
              <a:ext cx="3484995" cy="27414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D23EA9C-A110-1F70-1644-8880A7959999}"/>
                </a:ext>
              </a:extLst>
            </p:cNvPr>
            <p:cNvSpPr txBox="1"/>
            <p:nvPr/>
          </p:nvSpPr>
          <p:spPr>
            <a:xfrm>
              <a:off x="10177118" y="911848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FC2</a:t>
              </a:r>
            </a:p>
          </p:txBody>
        </p: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277FCACE-2240-990A-7703-1990115A9098}"/>
                </a:ext>
              </a:extLst>
            </p:cNvPr>
            <p:cNvGrpSpPr/>
            <p:nvPr/>
          </p:nvGrpSpPr>
          <p:grpSpPr>
            <a:xfrm>
              <a:off x="8907943" y="662775"/>
              <a:ext cx="3070297" cy="216942"/>
              <a:chOff x="7205122" y="1736796"/>
              <a:chExt cx="3070297" cy="545514"/>
            </a:xfrm>
          </p:grpSpPr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4E41FF7F-0C40-B1C9-96AC-6188E0848E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05122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Arrow Connector 172">
                <a:extLst>
                  <a:ext uri="{FF2B5EF4-FFF2-40B4-BE49-F238E27FC236}">
                    <a16:creationId xmlns:a16="http://schemas.microsoft.com/office/drawing/2014/main" id="{F75BA5DD-A7FA-76E9-2560-6117A0F613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55934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5946F5DD-9B0F-350C-8C60-3413746161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75419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E321562D-D654-B060-5AF1-6C0FCADFF202}"/>
                </a:ext>
              </a:extLst>
            </p:cNvPr>
            <p:cNvSpPr/>
            <p:nvPr/>
          </p:nvSpPr>
          <p:spPr>
            <a:xfrm>
              <a:off x="8321481" y="1377962"/>
              <a:ext cx="4117468" cy="920159"/>
            </a:xfrm>
            <a:prstGeom prst="rect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AB73F0EB-6F61-491D-62EE-A344BAC6A86A}"/>
                </a:ext>
              </a:extLst>
            </p:cNvPr>
            <p:cNvGrpSpPr/>
            <p:nvPr/>
          </p:nvGrpSpPr>
          <p:grpSpPr>
            <a:xfrm>
              <a:off x="7637231" y="1513797"/>
              <a:ext cx="396310" cy="437734"/>
              <a:chOff x="548513" y="2563354"/>
              <a:chExt cx="396310" cy="437734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7E7BE626-EB79-3B95-39C7-B2FEF5394F51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4" name="TextBox 253">
                    <a:extLst>
                      <a:ext uri="{FF2B5EF4-FFF2-40B4-BE49-F238E27FC236}">
                        <a16:creationId xmlns:a16="http://schemas.microsoft.com/office/drawing/2014/main" id="{CCF287F8-35D4-F683-9DFF-6DCB8DD5B754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254" name="TextBox 253">
                    <a:extLst>
                      <a:ext uri="{FF2B5EF4-FFF2-40B4-BE49-F238E27FC236}">
                        <a16:creationId xmlns:a16="http://schemas.microsoft.com/office/drawing/2014/main" id="{CCF287F8-35D4-F683-9DFF-6DCB8DD5B7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14286" r="-9524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55" name="Straight Arrow Connector 254">
              <a:extLst>
                <a:ext uri="{FF2B5EF4-FFF2-40B4-BE49-F238E27FC236}">
                  <a16:creationId xmlns:a16="http://schemas.microsoft.com/office/drawing/2014/main" id="{E0CD31B9-B8D9-10CA-27A1-A17D92D226FF}"/>
                </a:ext>
              </a:extLst>
            </p:cNvPr>
            <p:cNvCxnSpPr>
              <a:cxnSpLocks/>
            </p:cNvCxnSpPr>
            <p:nvPr/>
          </p:nvCxnSpPr>
          <p:spPr>
            <a:xfrm>
              <a:off x="7165229" y="1756886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31769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77A20-3C6A-37AD-76FF-A2387161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19F74122-3027-D422-1861-A1A9FDB5811F}"/>
              </a:ext>
            </a:extLst>
          </p:cNvPr>
          <p:cNvGrpSpPr/>
          <p:nvPr/>
        </p:nvGrpSpPr>
        <p:grpSpPr>
          <a:xfrm>
            <a:off x="-157462" y="1028935"/>
            <a:ext cx="12506924" cy="3059976"/>
            <a:chOff x="-157462" y="1028935"/>
            <a:chExt cx="12506924" cy="3059976"/>
          </a:xfrm>
        </p:grpSpPr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id="{49C7AA53-C1E1-D0AF-7CA0-CE092F4C32F4}"/>
                </a:ext>
              </a:extLst>
            </p:cNvPr>
            <p:cNvCxnSpPr>
              <a:cxnSpLocks/>
            </p:cNvCxnSpPr>
            <p:nvPr/>
          </p:nvCxnSpPr>
          <p:spPr>
            <a:xfrm>
              <a:off x="10062220" y="1228988"/>
              <a:ext cx="787825" cy="2629089"/>
            </a:xfrm>
            <a:prstGeom prst="bentConnector3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B8528089-2900-FE0D-F38B-3F332FFC20A6}"/>
                </a:ext>
              </a:extLst>
            </p:cNvPr>
            <p:cNvCxnSpPr>
              <a:cxnSpLocks/>
              <a:stCxn id="159" idx="3"/>
              <a:endCxn id="15" idx="1"/>
            </p:cNvCxnSpPr>
            <p:nvPr/>
          </p:nvCxnSpPr>
          <p:spPr>
            <a:xfrm>
              <a:off x="8943632" y="1228990"/>
              <a:ext cx="849035" cy="2629089"/>
            </a:xfrm>
            <a:prstGeom prst="bentConnector3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9EF28EF-3039-4568-A553-3E40D8871D6F}"/>
                    </a:ext>
                  </a:extLst>
                </p:cNvPr>
                <p:cNvSpPr txBox="1"/>
                <p:nvPr/>
              </p:nvSpPr>
              <p:spPr>
                <a:xfrm>
                  <a:off x="679277" y="374324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9EF28EF-3039-4568-A553-3E40D8871D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277" y="3743242"/>
                  <a:ext cx="703719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19828" t="-26667" r="-18966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14B73BC-FCEA-52AA-B381-70EBC26C91A0}"/>
                </a:ext>
              </a:extLst>
            </p:cNvPr>
            <p:cNvGrpSpPr/>
            <p:nvPr/>
          </p:nvGrpSpPr>
          <p:grpSpPr>
            <a:xfrm>
              <a:off x="-157462" y="230663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4305F83-C080-CC89-B553-E29AFCD038B9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D9506796-8BA6-3A1A-3A28-B8F33CED76E1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D9506796-8BA6-3A1A-3A28-B8F33CED76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D0C0E97-3F32-D425-3E77-C8D26F39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020" y="285570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2AC34DA-6539-9731-DEBD-9AB20C3767CA}"/>
                </a:ext>
              </a:extLst>
            </p:cNvPr>
            <p:cNvCxnSpPr>
              <a:cxnSpLocks/>
            </p:cNvCxnSpPr>
            <p:nvPr/>
          </p:nvCxnSpPr>
          <p:spPr>
            <a:xfrm>
              <a:off x="346005" y="252550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E1790FA-9E26-066A-9915-2B904BFA149A}"/>
                </a:ext>
              </a:extLst>
            </p:cNvPr>
            <p:cNvGrpSpPr/>
            <p:nvPr/>
          </p:nvGrpSpPr>
          <p:grpSpPr>
            <a:xfrm>
              <a:off x="885070" y="230663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C30E25D-9B2C-4474-4623-8E255421083D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7D89A9CD-C9EF-47B5-CDA3-37FD9179DC56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76742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7D89A9CD-C9EF-47B5-CDA3-37FD9179DC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7674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2222" r="-8889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478008D-A736-82FF-B77D-BF2785AB6DFB}"/>
                    </a:ext>
                  </a:extLst>
                </p:cNvPr>
                <p:cNvSpPr txBox="1"/>
                <p:nvPr/>
              </p:nvSpPr>
              <p:spPr>
                <a:xfrm>
                  <a:off x="1721809" y="3743242"/>
                  <a:ext cx="69307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478008D-A736-82FF-B77D-BF2785AB6D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1809" y="3743242"/>
                  <a:ext cx="69307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0175" t="-26667" r="-20175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B443E55-03B6-B943-22FC-279F5ED55D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2552" y="285570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2FE3E78C-564B-FF19-0BC4-72CBBA6E4FC9}"/>
                </a:ext>
              </a:extLst>
            </p:cNvPr>
            <p:cNvCxnSpPr>
              <a:cxnSpLocks/>
            </p:cNvCxnSpPr>
            <p:nvPr/>
          </p:nvCxnSpPr>
          <p:spPr>
            <a:xfrm>
              <a:off x="1388537" y="252550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D8D15D28-0055-60BA-1C20-7D909CDF06DD}"/>
                </a:ext>
              </a:extLst>
            </p:cNvPr>
            <p:cNvGrpSpPr/>
            <p:nvPr/>
          </p:nvGrpSpPr>
          <p:grpSpPr>
            <a:xfrm>
              <a:off x="1927602" y="230663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CD7C205-83A4-BC77-267C-E337A57E6266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A2AAFE4A-BB11-3CF2-B3F4-1BF90A86B114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A2AAFE4A-BB11-3CF2-B3F4-1BF90A86B1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BD5658F-ADD1-5EF8-A485-E89A5C750788}"/>
                    </a:ext>
                  </a:extLst>
                </p:cNvPr>
                <p:cNvSpPr txBox="1"/>
                <p:nvPr/>
              </p:nvSpPr>
              <p:spPr>
                <a:xfrm>
                  <a:off x="2725431" y="374324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BD5658F-ADD1-5EF8-A485-E89A5C7507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5431" y="3743242"/>
                  <a:ext cx="703719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9828" t="-26667" r="-18966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D09C05C2-CE8A-3D62-365D-BB3CD4370A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6174" y="285570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B79D805-BD01-1C6E-5409-B1861ABBCECA}"/>
                </a:ext>
              </a:extLst>
            </p:cNvPr>
            <p:cNvCxnSpPr>
              <a:cxnSpLocks/>
            </p:cNvCxnSpPr>
            <p:nvPr/>
          </p:nvCxnSpPr>
          <p:spPr>
            <a:xfrm>
              <a:off x="2392159" y="252550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F02F6F1-7910-C2E4-CCC1-C2F8B1BC2CF9}"/>
                </a:ext>
              </a:extLst>
            </p:cNvPr>
            <p:cNvGrpSpPr/>
            <p:nvPr/>
          </p:nvGrpSpPr>
          <p:grpSpPr>
            <a:xfrm>
              <a:off x="2931224" y="230663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740F7F92-4F78-1670-FB5E-5A821C803B4F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9A8A1ADA-DB46-99A0-F404-165BE8BBC3BD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9A8A1ADA-DB46-99A0-F404-165BE8BBC3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17011436-9AA1-2326-816D-746E05F77C71}"/>
                    </a:ext>
                  </a:extLst>
                </p:cNvPr>
                <p:cNvSpPr txBox="1"/>
                <p:nvPr/>
              </p:nvSpPr>
              <p:spPr>
                <a:xfrm>
                  <a:off x="3766420" y="374324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17011436-9AA1-2326-816D-746E05F77C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6420" y="3743242"/>
                  <a:ext cx="703719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0870" t="-26667" r="-19130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51430592-23A0-B027-FF3F-6C3C6FFFA5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47163" y="285570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A367AF4F-39D0-5F16-5AAE-F0C976785A18}"/>
                </a:ext>
              </a:extLst>
            </p:cNvPr>
            <p:cNvCxnSpPr>
              <a:cxnSpLocks/>
            </p:cNvCxnSpPr>
            <p:nvPr/>
          </p:nvCxnSpPr>
          <p:spPr>
            <a:xfrm>
              <a:off x="3433148" y="252550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F4629AEB-25A8-E527-5C89-C17548050B43}"/>
                </a:ext>
              </a:extLst>
            </p:cNvPr>
            <p:cNvGrpSpPr/>
            <p:nvPr/>
          </p:nvGrpSpPr>
          <p:grpSpPr>
            <a:xfrm>
              <a:off x="3972213" y="230663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FC33821-8C62-B1FF-4587-AE7DB2557A28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64311C5A-A136-565A-3A53-5C3D61E0E229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64311C5A-A136-565A-3A53-5C3D61E0E22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E73ECE9-2FB0-7F7D-CF28-04E09E9918E1}"/>
                </a:ext>
              </a:extLst>
            </p:cNvPr>
            <p:cNvSpPr/>
            <p:nvPr/>
          </p:nvSpPr>
          <p:spPr>
            <a:xfrm>
              <a:off x="514369" y="2120894"/>
              <a:ext cx="4181545" cy="920158"/>
            </a:xfrm>
            <a:prstGeom prst="rect">
              <a:avLst/>
            </a:prstGeom>
            <a:noFill/>
            <a:ln>
              <a:solidFill>
                <a:srgbClr val="FFBC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5FE6B58D-7A50-93B2-5AF4-66D8F5BD0AA0}"/>
                </a:ext>
              </a:extLst>
            </p:cNvPr>
            <p:cNvCxnSpPr>
              <a:cxnSpLocks/>
            </p:cNvCxnSpPr>
            <p:nvPr/>
          </p:nvCxnSpPr>
          <p:spPr>
            <a:xfrm>
              <a:off x="4470139" y="2525501"/>
              <a:ext cx="582972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863809A-84F6-0A45-33EA-52D706999F1F}"/>
                </a:ext>
              </a:extLst>
            </p:cNvPr>
            <p:cNvSpPr txBox="1"/>
            <p:nvPr/>
          </p:nvSpPr>
          <p:spPr>
            <a:xfrm>
              <a:off x="4525363" y="3719579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Static inputs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26D176E6-42C6-6AE9-C503-D615607C97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2181" y="2822218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770FB81-16E5-74B5-A631-5A008A2299F6}"/>
                </a:ext>
              </a:extLst>
            </p:cNvPr>
            <p:cNvSpPr txBox="1"/>
            <p:nvPr/>
          </p:nvSpPr>
          <p:spPr>
            <a:xfrm>
              <a:off x="5811238" y="1990688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bg1">
                      <a:lumMod val="65000"/>
                    </a:schemeClr>
                  </a:solidFill>
                </a:rPr>
                <a:t>ReLU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F2E4D23-8D6E-9CF0-D358-9CB2E692E74B}"/>
                </a:ext>
              </a:extLst>
            </p:cNvPr>
            <p:cNvSpPr/>
            <p:nvPr/>
          </p:nvSpPr>
          <p:spPr>
            <a:xfrm>
              <a:off x="6205271" y="2267687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418779B-1108-62C2-FC35-38E60865B90A}"/>
                </a:ext>
              </a:extLst>
            </p:cNvPr>
            <p:cNvSpPr txBox="1"/>
            <p:nvPr/>
          </p:nvSpPr>
          <p:spPr>
            <a:xfrm>
              <a:off x="6343531" y="2337608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FC1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D6FDE79A-B992-8A4B-5FA4-BD9FD28642BA}"/>
                </a:ext>
              </a:extLst>
            </p:cNvPr>
            <p:cNvCxnSpPr>
              <a:cxnSpLocks/>
            </p:cNvCxnSpPr>
            <p:nvPr/>
          </p:nvCxnSpPr>
          <p:spPr>
            <a:xfrm>
              <a:off x="8018510" y="2486554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A0FC8584-790F-67F6-2035-9729C47BB699}"/>
                </a:ext>
              </a:extLst>
            </p:cNvPr>
            <p:cNvSpPr/>
            <p:nvPr/>
          </p:nvSpPr>
          <p:spPr>
            <a:xfrm>
              <a:off x="5116297" y="2304439"/>
              <a:ext cx="421481" cy="421481"/>
            </a:xfrm>
            <a:prstGeom prst="ellipse">
              <a:avLst/>
            </a:prstGeom>
            <a:noFill/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E4E7429-69B6-8241-822E-C5A12667B320}"/>
                </a:ext>
              </a:extLst>
            </p:cNvPr>
            <p:cNvSpPr txBox="1"/>
            <p:nvPr/>
          </p:nvSpPr>
          <p:spPr>
            <a:xfrm>
              <a:off x="5194651" y="2256747"/>
              <a:ext cx="2737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+</a:t>
              </a:r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7A196F08-D546-FCBB-641F-DB940D214819}"/>
                </a:ext>
              </a:extLst>
            </p:cNvPr>
            <p:cNvCxnSpPr>
              <a:cxnSpLocks/>
            </p:cNvCxnSpPr>
            <p:nvPr/>
          </p:nvCxnSpPr>
          <p:spPr>
            <a:xfrm>
              <a:off x="5663876" y="2506885"/>
              <a:ext cx="44025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236C495-444F-BD31-1823-F4CE599AECF4}"/>
                </a:ext>
              </a:extLst>
            </p:cNvPr>
            <p:cNvGrpSpPr/>
            <p:nvPr/>
          </p:nvGrpSpPr>
          <p:grpSpPr>
            <a:xfrm>
              <a:off x="8615153" y="2256747"/>
              <a:ext cx="396310" cy="437734"/>
              <a:chOff x="548513" y="2563354"/>
              <a:chExt cx="396310" cy="437734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468A454-BE2C-56F9-2F73-1154E61E9E58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9C079F35-DE7B-201A-D1A6-3886106618E6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50260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9C079F35-DE7B-201A-D1A6-3886106618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50260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4634" r="-9756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F547BFC-2233-83EA-91BC-624F5DEEB70A}"/>
                </a:ext>
              </a:extLst>
            </p:cNvPr>
            <p:cNvCxnSpPr>
              <a:cxnSpLocks/>
            </p:cNvCxnSpPr>
            <p:nvPr/>
          </p:nvCxnSpPr>
          <p:spPr>
            <a:xfrm>
              <a:off x="9118620" y="2475614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8EDD5C6-4621-4F31-9EF2-69783CCEE1E6}"/>
                </a:ext>
              </a:extLst>
            </p:cNvPr>
            <p:cNvGrpSpPr/>
            <p:nvPr/>
          </p:nvGrpSpPr>
          <p:grpSpPr>
            <a:xfrm>
              <a:off x="9657685" y="2256747"/>
              <a:ext cx="396310" cy="437734"/>
              <a:chOff x="548513" y="2563354"/>
              <a:chExt cx="396310" cy="437734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1EAF617-32DB-20BA-97E7-B0B1A818959D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B6F5D2F-1B51-39B7-1DAF-D292F86C986B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B6F5D2F-1B51-39B7-1DAF-D292F86C98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4286" r="-9524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5960EEE-6A1B-E6E8-2E21-C83F5DD32335}"/>
                </a:ext>
              </a:extLst>
            </p:cNvPr>
            <p:cNvCxnSpPr>
              <a:cxnSpLocks/>
            </p:cNvCxnSpPr>
            <p:nvPr/>
          </p:nvCxnSpPr>
          <p:spPr>
            <a:xfrm>
              <a:off x="10161152" y="2475614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15FD871-ADAA-71FF-268E-3A522C1379D2}"/>
                </a:ext>
              </a:extLst>
            </p:cNvPr>
            <p:cNvCxnSpPr>
              <a:cxnSpLocks/>
            </p:cNvCxnSpPr>
            <p:nvPr/>
          </p:nvCxnSpPr>
          <p:spPr>
            <a:xfrm>
              <a:off x="11164774" y="2475614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EC35ED9-3B68-15F2-8BD1-9118443DAA8F}"/>
                </a:ext>
              </a:extLst>
            </p:cNvPr>
            <p:cNvGrpSpPr/>
            <p:nvPr/>
          </p:nvGrpSpPr>
          <p:grpSpPr>
            <a:xfrm>
              <a:off x="11703839" y="2256747"/>
              <a:ext cx="396310" cy="437734"/>
              <a:chOff x="548513" y="2563354"/>
              <a:chExt cx="396310" cy="437734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EBE37ED-5901-AFFC-3286-27AA378C2D8A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85736D7A-6AC8-DA33-3375-E53864761DF0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85736D7A-6AC8-DA33-3375-E53864761D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4286" r="-9524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CA6DBDA-A4B3-0072-851F-A88D875B75A8}"/>
                    </a:ext>
                  </a:extLst>
                </p:cNvPr>
                <p:cNvSpPr txBox="1"/>
                <p:nvPr/>
              </p:nvSpPr>
              <p:spPr>
                <a:xfrm>
                  <a:off x="8425545" y="374324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CA6DBDA-A4B3-0072-851F-A88D875B75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5545" y="3743242"/>
                  <a:ext cx="703719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9828" t="-26667" r="-18966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665D6C8-C234-B2C6-D1EF-7592A612B6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6288" y="285570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2CE5625-5E8C-E089-093D-50E73E3730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48820" y="285570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9C161733-4149-8FD0-D8E7-6EE386D9E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93431" y="285570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EBE7BB7-E22E-807E-C0BF-CFCA76638AFE}"/>
                </a:ext>
              </a:extLst>
            </p:cNvPr>
            <p:cNvSpPr txBox="1"/>
            <p:nvPr/>
          </p:nvSpPr>
          <p:spPr>
            <a:xfrm>
              <a:off x="10698927" y="2256747"/>
              <a:ext cx="362600" cy="33855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E8B79A07-F22D-5675-FDF0-63D0D0E754DE}"/>
                    </a:ext>
                  </a:extLst>
                </p:cNvPr>
                <p:cNvSpPr txBox="1"/>
                <p:nvPr/>
              </p:nvSpPr>
              <p:spPr>
                <a:xfrm>
                  <a:off x="8672276" y="1090490"/>
                  <a:ext cx="27135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E8B79A07-F22D-5675-FDF0-63D0D0E754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2276" y="1090490"/>
                  <a:ext cx="271356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2727" r="-9091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258396A3-6364-FC16-A32D-C7F9F1EA63FE}"/>
                    </a:ext>
                  </a:extLst>
                </p:cNvPr>
                <p:cNvSpPr txBox="1"/>
                <p:nvPr/>
              </p:nvSpPr>
              <p:spPr>
                <a:xfrm>
                  <a:off x="9723088" y="1090490"/>
                  <a:ext cx="27667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258396A3-6364-FC16-A32D-C7F9F1EA63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3088" y="1090490"/>
                  <a:ext cx="276679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22222" r="-8889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A7F6F2AD-86D4-C64E-F420-C968EFB21B83}"/>
                </a:ext>
              </a:extLst>
            </p:cNvPr>
            <p:cNvGrpSpPr/>
            <p:nvPr/>
          </p:nvGrpSpPr>
          <p:grpSpPr>
            <a:xfrm>
              <a:off x="8816323" y="1972499"/>
              <a:ext cx="3070297" cy="216942"/>
              <a:chOff x="7205122" y="1736796"/>
              <a:chExt cx="3070297" cy="545514"/>
            </a:xfrm>
          </p:grpSpPr>
          <p:cxnSp>
            <p:nvCxnSpPr>
              <p:cNvPr id="155" name="Straight Arrow Connector 154">
                <a:extLst>
                  <a:ext uri="{FF2B5EF4-FFF2-40B4-BE49-F238E27FC236}">
                    <a16:creationId xmlns:a16="http://schemas.microsoft.com/office/drawing/2014/main" id="{860225AE-B307-8F8A-7E2F-0C5A3CA4D0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05122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Arrow Connector 161">
                <a:extLst>
                  <a:ext uri="{FF2B5EF4-FFF2-40B4-BE49-F238E27FC236}">
                    <a16:creationId xmlns:a16="http://schemas.microsoft.com/office/drawing/2014/main" id="{8B4E2BE3-CEBA-957A-8C43-0450962624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55934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2B68F390-DA91-EBDA-C717-36DF96F709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75419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D9D061C5-FEB6-7E8C-EBE8-0123544C7E5B}"/>
                    </a:ext>
                  </a:extLst>
                </p:cNvPr>
                <p:cNvSpPr txBox="1"/>
                <p:nvPr/>
              </p:nvSpPr>
              <p:spPr>
                <a:xfrm>
                  <a:off x="11742573" y="1090490"/>
                  <a:ext cx="27667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D9D061C5-FEB6-7E8C-EBE8-0123544C7E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42573" y="1090490"/>
                  <a:ext cx="276679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1739" r="-6522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A553FE39-686B-333B-0910-AC4A02D99FE7}"/>
                </a:ext>
              </a:extLst>
            </p:cNvPr>
            <p:cNvSpPr/>
            <p:nvPr/>
          </p:nvSpPr>
          <p:spPr>
            <a:xfrm>
              <a:off x="8615152" y="1685543"/>
              <a:ext cx="3484995" cy="27414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04A97C8-D30D-7ABB-01B5-A96A961321BF}"/>
                </a:ext>
              </a:extLst>
            </p:cNvPr>
            <p:cNvSpPr txBox="1"/>
            <p:nvPr/>
          </p:nvSpPr>
          <p:spPr>
            <a:xfrm>
              <a:off x="10087631" y="1654798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FC2</a:t>
              </a:r>
            </a:p>
          </p:txBody>
        </p: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0026EEDA-3691-D8F1-7E48-9BAAA9198E62}"/>
                </a:ext>
              </a:extLst>
            </p:cNvPr>
            <p:cNvGrpSpPr/>
            <p:nvPr/>
          </p:nvGrpSpPr>
          <p:grpSpPr>
            <a:xfrm>
              <a:off x="8818456" y="1405725"/>
              <a:ext cx="3070297" cy="216942"/>
              <a:chOff x="7205122" y="1736796"/>
              <a:chExt cx="3070297" cy="545514"/>
            </a:xfrm>
          </p:grpSpPr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34383B71-D91C-51A9-20AE-9464EC5EE0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05122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Arrow Connector 172">
                <a:extLst>
                  <a:ext uri="{FF2B5EF4-FFF2-40B4-BE49-F238E27FC236}">
                    <a16:creationId xmlns:a16="http://schemas.microsoft.com/office/drawing/2014/main" id="{E7F31A99-E4B4-4715-BBF8-0D5E655280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55934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81BBD21D-DE4E-B000-B8C9-8050082003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75419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D712FDFA-B2BD-068C-B9FF-9340CC58EF69}"/>
                </a:ext>
              </a:extLst>
            </p:cNvPr>
            <p:cNvSpPr/>
            <p:nvPr/>
          </p:nvSpPr>
          <p:spPr>
            <a:xfrm>
              <a:off x="8231994" y="2120912"/>
              <a:ext cx="4117468" cy="920159"/>
            </a:xfrm>
            <a:prstGeom prst="rect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EE93F5B-8C80-3DA3-03FD-48531421B93A}"/>
                    </a:ext>
                  </a:extLst>
                </p:cNvPr>
                <p:cNvSpPr txBox="1"/>
                <p:nvPr/>
              </p:nvSpPr>
              <p:spPr>
                <a:xfrm>
                  <a:off x="9792667" y="3719579"/>
                  <a:ext cx="27135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EE93F5B-8C80-3DA3-03FD-48531421B9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2667" y="3719579"/>
                  <a:ext cx="271356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22222" r="-6667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E108964-D385-2721-594B-1663E9094669}"/>
                </a:ext>
              </a:extLst>
            </p:cNvPr>
            <p:cNvGrpSpPr/>
            <p:nvPr/>
          </p:nvGrpSpPr>
          <p:grpSpPr>
            <a:xfrm>
              <a:off x="7542920" y="2256747"/>
              <a:ext cx="396310" cy="437734"/>
              <a:chOff x="548513" y="2563354"/>
              <a:chExt cx="396310" cy="437734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A1A9F51-87EF-C437-DFB8-62FA19E36AD2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38BFB98D-FA54-8382-9408-0D93EFA51F22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38BFB98D-FA54-8382-9408-0D93EFA51F2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14286" r="-9524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03CF5A00-B24C-77B0-2068-4DFD24C0D0D7}"/>
                </a:ext>
              </a:extLst>
            </p:cNvPr>
            <p:cNvCxnSpPr>
              <a:cxnSpLocks/>
            </p:cNvCxnSpPr>
            <p:nvPr/>
          </p:nvCxnSpPr>
          <p:spPr>
            <a:xfrm>
              <a:off x="7070918" y="2499836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75D9538-6186-C2CE-A5A9-E751CF3B5DD1}"/>
                    </a:ext>
                  </a:extLst>
                </p:cNvPr>
                <p:cNvSpPr txBox="1"/>
                <p:nvPr/>
              </p:nvSpPr>
              <p:spPr>
                <a:xfrm>
                  <a:off x="11783198" y="3719579"/>
                  <a:ext cx="27667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75D9538-6186-C2CE-A5A9-E751CF3B5D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3198" y="3719579"/>
                  <a:ext cx="276679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22222" r="-8889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E942AE54-6036-B16F-5675-54754F8AF09A}"/>
                </a:ext>
              </a:extLst>
            </p:cNvPr>
            <p:cNvCxnSpPr>
              <a:cxnSpLocks/>
            </p:cNvCxnSpPr>
            <p:nvPr/>
          </p:nvCxnSpPr>
          <p:spPr>
            <a:xfrm>
              <a:off x="10899035" y="1228988"/>
              <a:ext cx="787825" cy="2629089"/>
            </a:xfrm>
            <a:prstGeom prst="bentConnector3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810C131-BF69-8FC1-F1B8-9AA472EB9EC2}"/>
                </a:ext>
              </a:extLst>
            </p:cNvPr>
            <p:cNvSpPr txBox="1"/>
            <p:nvPr/>
          </p:nvSpPr>
          <p:spPr>
            <a:xfrm>
              <a:off x="10850045" y="3647083"/>
              <a:ext cx="3626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…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BE25A59-967D-4285-7EC0-ED439491AD57}"/>
                </a:ext>
              </a:extLst>
            </p:cNvPr>
            <p:cNvSpPr txBox="1"/>
            <p:nvPr/>
          </p:nvSpPr>
          <p:spPr>
            <a:xfrm>
              <a:off x="10587325" y="1028935"/>
              <a:ext cx="3626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1035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3E61D-20E9-8327-662B-4CE68438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oup 83">
            <a:extLst>
              <a:ext uri="{FF2B5EF4-FFF2-40B4-BE49-F238E27FC236}">
                <a16:creationId xmlns:a16="http://schemas.microsoft.com/office/drawing/2014/main" id="{210D33A7-7604-621C-DF87-BEEF71428405}"/>
              </a:ext>
            </a:extLst>
          </p:cNvPr>
          <p:cNvGrpSpPr/>
          <p:nvPr/>
        </p:nvGrpSpPr>
        <p:grpSpPr>
          <a:xfrm>
            <a:off x="1091453" y="1114197"/>
            <a:ext cx="6698074" cy="3194807"/>
            <a:chOff x="1091453" y="1114197"/>
            <a:chExt cx="6698074" cy="31948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99AFF10-46B8-3BC0-ED06-9CF252A5BB56}"/>
                    </a:ext>
                  </a:extLst>
                </p:cNvPr>
                <p:cNvSpPr txBox="1"/>
                <p:nvPr/>
              </p:nvSpPr>
              <p:spPr>
                <a:xfrm>
                  <a:off x="1091453" y="4032005"/>
                  <a:ext cx="200753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b="0" dirty="0"/>
                    <a:t>, static inputs)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99AFF10-46B8-3BC0-ED06-9CF252A5B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453" y="4032005"/>
                  <a:ext cx="2007537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6991" t="-26087" r="-6383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7E4BA4B-BC4A-A36D-DFEE-3B19D10A15BD}"/>
                </a:ext>
              </a:extLst>
            </p:cNvPr>
            <p:cNvSpPr/>
            <p:nvPr/>
          </p:nvSpPr>
          <p:spPr>
            <a:xfrm>
              <a:off x="1549813" y="2564606"/>
              <a:ext cx="784369" cy="437734"/>
            </a:xfrm>
            <a:prstGeom prst="rect">
              <a:avLst/>
            </a:prstGeom>
            <a:solidFill>
              <a:srgbClr val="FFBCA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83AC9EB-9F85-BE63-82E6-8D02E485E906}"/>
                </a:ext>
              </a:extLst>
            </p:cNvPr>
            <p:cNvSpPr txBox="1"/>
            <p:nvPr/>
          </p:nvSpPr>
          <p:spPr>
            <a:xfrm>
              <a:off x="1651269" y="2604529"/>
              <a:ext cx="5982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RNN</a:t>
              </a:r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28DEF7FD-4BF2-2B6A-6BAD-7F4080673F05}"/>
                </a:ext>
              </a:extLst>
            </p:cNvPr>
            <p:cNvSpPr/>
            <p:nvPr/>
          </p:nvSpPr>
          <p:spPr>
            <a:xfrm rot="16200000">
              <a:off x="2230217" y="2368670"/>
              <a:ext cx="284383" cy="284383"/>
            </a:xfrm>
            <a:prstGeom prst="arc">
              <a:avLst>
                <a:gd name="adj1" fmla="val 16200000"/>
                <a:gd name="adj2" fmla="val 10816574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54D63DA-2250-0432-53A3-2B55F10463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1997" y="1535418"/>
              <a:ext cx="0" cy="924889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1AEA51B-D223-ABDC-59C1-2317320B606A}"/>
                </a:ext>
              </a:extLst>
            </p:cNvPr>
            <p:cNvCxnSpPr>
              <a:cxnSpLocks/>
            </p:cNvCxnSpPr>
            <p:nvPr/>
          </p:nvCxnSpPr>
          <p:spPr>
            <a:xfrm>
              <a:off x="2467862" y="2782223"/>
              <a:ext cx="966083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33DD233-7D35-05AF-DEF0-2437121A6026}"/>
                    </a:ext>
                  </a:extLst>
                </p:cNvPr>
                <p:cNvSpPr txBox="1"/>
                <p:nvPr/>
              </p:nvSpPr>
              <p:spPr>
                <a:xfrm>
                  <a:off x="1851844" y="1114197"/>
                  <a:ext cx="1803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33DD233-7D35-05AF-DEF0-2437121A60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1844" y="1114197"/>
                  <a:ext cx="18030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4483" r="-34483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E44E15D-3D79-ECF4-B87D-A816EAA91F10}"/>
                    </a:ext>
                  </a:extLst>
                </p:cNvPr>
                <p:cNvSpPr txBox="1"/>
                <p:nvPr/>
              </p:nvSpPr>
              <p:spPr>
                <a:xfrm>
                  <a:off x="2802819" y="2460307"/>
                  <a:ext cx="29617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E44E15D-3D79-ECF4-B87D-A816EAA91F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2819" y="2460307"/>
                  <a:ext cx="296171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0833" r="-4167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8D1515E-B0B9-BBCF-383E-EE53047C4CB4}"/>
                    </a:ext>
                  </a:extLst>
                </p:cNvPr>
                <p:cNvSpPr txBox="1"/>
                <p:nvPr/>
              </p:nvSpPr>
              <p:spPr>
                <a:xfrm>
                  <a:off x="2136780" y="2102049"/>
                  <a:ext cx="49212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tanh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8D1515E-B0B9-BBCF-383E-EE53047C4C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6780" y="2102049"/>
                  <a:ext cx="492121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2500" r="-13750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293432E-F3DB-8F2B-1DC2-5C81D731C7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2164" y="3112427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CC7FE92-69FD-0A79-1EEB-43958313621B}"/>
                </a:ext>
              </a:extLst>
            </p:cNvPr>
            <p:cNvSpPr txBox="1"/>
            <p:nvPr/>
          </p:nvSpPr>
          <p:spPr>
            <a:xfrm>
              <a:off x="3195004" y="2286357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bg1">
                      <a:lumMod val="65000"/>
                    </a:schemeClr>
                  </a:solidFill>
                </a:rPr>
                <a:t>ReLU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7A90A78-172D-30C3-DA46-CA2ED1A992A4}"/>
                </a:ext>
              </a:extLst>
            </p:cNvPr>
            <p:cNvSpPr/>
            <p:nvPr/>
          </p:nvSpPr>
          <p:spPr>
            <a:xfrm>
              <a:off x="3589037" y="256335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415836C-7CBA-47E7-F9CE-B9834CE66832}"/>
                </a:ext>
              </a:extLst>
            </p:cNvPr>
            <p:cNvSpPr txBox="1"/>
            <p:nvPr/>
          </p:nvSpPr>
          <p:spPr>
            <a:xfrm>
              <a:off x="3727297" y="263327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FC1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91947D55-FE05-2343-EDB5-9A87349C6510}"/>
                </a:ext>
              </a:extLst>
            </p:cNvPr>
            <p:cNvCxnSpPr>
              <a:cxnSpLocks/>
            </p:cNvCxnSpPr>
            <p:nvPr/>
          </p:nvCxnSpPr>
          <p:spPr>
            <a:xfrm>
              <a:off x="4538304" y="2782223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D941551-3286-424B-E109-F473CA616481}"/>
                </a:ext>
              </a:extLst>
            </p:cNvPr>
            <p:cNvSpPr/>
            <p:nvPr/>
          </p:nvSpPr>
          <p:spPr>
            <a:xfrm>
              <a:off x="5089343" y="256460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FBBA234-4AD2-BA5D-7DEA-4BE8044B1836}"/>
                </a:ext>
              </a:extLst>
            </p:cNvPr>
            <p:cNvSpPr txBox="1"/>
            <p:nvPr/>
          </p:nvSpPr>
          <p:spPr>
            <a:xfrm>
              <a:off x="5227603" y="263452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FC2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8A28C95-397F-B1C5-DAE9-FE33D67E679F}"/>
                </a:ext>
              </a:extLst>
            </p:cNvPr>
            <p:cNvSpPr txBox="1"/>
            <p:nvPr/>
          </p:nvSpPr>
          <p:spPr>
            <a:xfrm>
              <a:off x="4965273" y="2281579"/>
              <a:ext cx="10157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Output layer</a:t>
              </a: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86232827-8232-41D6-2952-1C1A875020C0}"/>
                </a:ext>
              </a:extLst>
            </p:cNvPr>
            <p:cNvCxnSpPr>
              <a:cxnSpLocks/>
            </p:cNvCxnSpPr>
            <p:nvPr/>
          </p:nvCxnSpPr>
          <p:spPr>
            <a:xfrm>
              <a:off x="5924082" y="2782223"/>
              <a:ext cx="44416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47EA2E8-ECBB-7AEF-DDED-31C888B926B8}"/>
                </a:ext>
              </a:extLst>
            </p:cNvPr>
            <p:cNvSpPr txBox="1"/>
            <p:nvPr/>
          </p:nvSpPr>
          <p:spPr>
            <a:xfrm>
              <a:off x="6210758" y="2593134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Prediction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1462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227</Words>
  <Application>Microsoft Office PowerPoint</Application>
  <PresentationFormat>Widescreen</PresentationFormat>
  <Paragraphs>125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Luo, Yingkang</dc:creator>
  <cp:lastModifiedBy>Luo, Yingkang</cp:lastModifiedBy>
  <cp:revision>8</cp:revision>
  <dcterms:created xsi:type="dcterms:W3CDTF">2025-10-21T23:34:58Z</dcterms:created>
  <dcterms:modified xsi:type="dcterms:W3CDTF">2025-11-05T05:26:53Z</dcterms:modified>
</cp:coreProperties>
</file>